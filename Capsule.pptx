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8" r:id="rId6"/>
    <p:sldId id="269" r:id="rId7"/>
    <p:sldId id="265" r:id="rId8"/>
    <p:sldId id="290" r:id="rId9"/>
  </p:sldIdLst>
  <p:sldSz cx="9144000" cy="5143500"/>
  <p:notesSz cx="6858000" cy="9144000"/>
  <p:embeddedFontLst>
    <p:embeddedFont>
      <p:font typeface="Albert Sans"/>
      <p:regular r:id="rId13"/>
    </p:embeddedFont>
    <p:embeddedFont>
      <p:font typeface="DM Sans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88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8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4dfce81f19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4dfce81f19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54dda1946d_6_2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54dda1946d_6_2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g2610e5fcc6d_0_7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5" name="Google Shape;2225;g2610e5fcc6d_0_7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54dda1946d_6_3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54dda1946d_6_3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54dda1946d_6_3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54dda1946d_6_3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68" name="Shape 8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9" name="Google Shape;8669;g135e18421cc_13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0" name="Google Shape;8670;g135e18421cc_13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58075" y="301209"/>
            <a:ext cx="8691424" cy="4645767"/>
            <a:chOff x="258075" y="301209"/>
            <a:chExt cx="8691424" cy="464576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58075" y="301209"/>
              <a:ext cx="8627275" cy="4645767"/>
              <a:chOff x="258075" y="301209"/>
              <a:chExt cx="8627275" cy="464576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8585394" y="2807585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7024950" y="374473"/>
                <a:ext cx="114150" cy="114196"/>
                <a:chOff x="-685100" y="4136737"/>
                <a:chExt cx="38359" cy="38359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8771200" y="1615548"/>
                <a:ext cx="114150" cy="114196"/>
                <a:chOff x="-685100" y="4136737"/>
                <a:chExt cx="38359" cy="38359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8" name="Google Shape;18;p2"/>
              <p:cNvSpPr/>
              <p:nvPr/>
            </p:nvSpPr>
            <p:spPr>
              <a:xfrm>
                <a:off x="258075" y="4847625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51881" y="459679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00426" y="538456"/>
                <a:ext cx="89032" cy="89191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51886" y="301209"/>
                <a:ext cx="418657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167" fill="none" extrusionOk="0">
                    <a:moveTo>
                      <a:pt x="0" y="1"/>
                    </a:moveTo>
                    <a:cubicBezTo>
                      <a:pt x="216" y="1"/>
                      <a:pt x="216" y="167"/>
                      <a:pt x="438" y="167"/>
                    </a:cubicBezTo>
                    <a:cubicBezTo>
                      <a:pt x="661" y="167"/>
                      <a:pt x="661" y="1"/>
                      <a:pt x="877" y="1"/>
                    </a:cubicBezTo>
                    <a:cubicBezTo>
                      <a:pt x="1099" y="1"/>
                      <a:pt x="1099" y="167"/>
                      <a:pt x="1315" y="167"/>
                    </a:cubicBezTo>
                    <a:cubicBezTo>
                      <a:pt x="1537" y="167"/>
                      <a:pt x="1537" y="1"/>
                      <a:pt x="1762" y="1"/>
                    </a:cubicBezTo>
                    <a:cubicBezTo>
                      <a:pt x="1977" y="1"/>
                      <a:pt x="1977" y="167"/>
                      <a:pt x="2200" y="167"/>
                    </a:cubicBezTo>
                    <a:cubicBezTo>
                      <a:pt x="2422" y="167"/>
                      <a:pt x="2422" y="1"/>
                      <a:pt x="2638" y="1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>
              <a:off x="8530365" y="3457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713225" y="889825"/>
            <a:ext cx="4945200" cy="18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type="subTitle" idx="1"/>
          </p:nvPr>
        </p:nvSpPr>
        <p:spPr>
          <a:xfrm>
            <a:off x="713300" y="2754300"/>
            <a:ext cx="49452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201177" y="366922"/>
            <a:ext cx="8734643" cy="4630271"/>
            <a:chOff x="201177" y="366922"/>
            <a:chExt cx="8734643" cy="4630271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201177" y="471879"/>
              <a:ext cx="8734643" cy="4525314"/>
              <a:chOff x="201177" y="471879"/>
              <a:chExt cx="8734643" cy="4525314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301027" y="4718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476060" y="11307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0" name="Google Shape;30;p3"/>
              <p:cNvGrpSpPr/>
              <p:nvPr/>
            </p:nvGrpSpPr>
            <p:grpSpPr>
              <a:xfrm>
                <a:off x="201177" y="4781904"/>
                <a:ext cx="842275" cy="215289"/>
                <a:chOff x="201177" y="4781904"/>
                <a:chExt cx="842275" cy="215289"/>
              </a:xfrm>
            </p:grpSpPr>
            <p:sp>
              <p:nvSpPr>
                <p:cNvPr id="31" name="Google Shape;31;p3"/>
                <p:cNvSpPr/>
                <p:nvPr/>
              </p:nvSpPr>
              <p:spPr>
                <a:xfrm>
                  <a:off x="201177" y="4781904"/>
                  <a:ext cx="165226" cy="1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577" fill="none" extrusionOk="0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32" name="Google Shape;32;p3"/>
                <p:cNvGrpSpPr/>
                <p:nvPr/>
              </p:nvGrpSpPr>
              <p:grpSpPr>
                <a:xfrm>
                  <a:off x="929303" y="48829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" name="Google Shape;33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34" name="Google Shape;34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  <p:sp>
            <p:nvSpPr>
              <p:cNvPr id="35" name="Google Shape;35;p3"/>
              <p:cNvSpPr/>
              <p:nvPr/>
            </p:nvSpPr>
            <p:spPr>
              <a:xfrm>
                <a:off x="8680375" y="7552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830760" y="2348372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>
              <a:off x="756840" y="36692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35365" y="459074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756850" y="2263364"/>
            <a:ext cx="4185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3"/>
          <p:cNvSpPr txBox="1"/>
          <p:nvPr>
            <p:ph type="title" idx="2" hasCustomPrompt="1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/>
          <p:nvPr>
            <p:ph type="subTitle" idx="1"/>
          </p:nvPr>
        </p:nvSpPr>
        <p:spPr>
          <a:xfrm>
            <a:off x="756850" y="3228675"/>
            <a:ext cx="41850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255310" y="200698"/>
            <a:ext cx="8775027" cy="4761865"/>
            <a:chOff x="255310" y="200698"/>
            <a:chExt cx="8775027" cy="4761865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255310" y="200698"/>
              <a:ext cx="8698789" cy="4761865"/>
              <a:chOff x="255310" y="200698"/>
              <a:chExt cx="8698789" cy="4761865"/>
            </a:xfrm>
          </p:grpSpPr>
          <p:grpSp>
            <p:nvGrpSpPr>
              <p:cNvPr id="45" name="Google Shape;45;p4"/>
              <p:cNvGrpSpPr/>
              <p:nvPr/>
            </p:nvGrpSpPr>
            <p:grpSpPr>
              <a:xfrm>
                <a:off x="255310" y="200698"/>
                <a:ext cx="8664905" cy="4650763"/>
                <a:chOff x="255310" y="200698"/>
                <a:chExt cx="8664905" cy="465076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255310" y="4750685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47" name="Google Shape;47;p4"/>
                <p:cNvGrpSpPr/>
                <p:nvPr/>
              </p:nvGrpSpPr>
              <p:grpSpPr>
                <a:xfrm>
                  <a:off x="8806065" y="2006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48" name="Google Shape;48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50" name="Google Shape;50;p4"/>
                <p:cNvSpPr/>
                <p:nvPr/>
              </p:nvSpPr>
              <p:spPr>
                <a:xfrm>
                  <a:off x="8128102" y="381679"/>
                  <a:ext cx="165226" cy="1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577" fill="none" extrusionOk="0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51" name="Google Shape;51;p4"/>
              <p:cNvSpPr/>
              <p:nvPr/>
            </p:nvSpPr>
            <p:spPr>
              <a:xfrm>
                <a:off x="8534965" y="84157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98315" y="493605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3" name="Google Shape;53;p4"/>
            <p:cNvSpPr/>
            <p:nvPr/>
          </p:nvSpPr>
          <p:spPr>
            <a:xfrm>
              <a:off x="8381200" y="45543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11203" y="435127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5" name="Google Shape;55;p4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type="body" idx="1"/>
          </p:nvPr>
        </p:nvSpPr>
        <p:spPr>
          <a:xfrm>
            <a:off x="720000" y="1139550"/>
            <a:ext cx="7704000" cy="3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171510" y="345675"/>
            <a:ext cx="9133914" cy="4639293"/>
            <a:chOff x="171510" y="345675"/>
            <a:chExt cx="9133914" cy="4639293"/>
          </a:xfrm>
        </p:grpSpPr>
        <p:sp>
          <p:nvSpPr>
            <p:cNvPr id="59" name="Google Shape;59;p5"/>
            <p:cNvSpPr/>
            <p:nvPr/>
          </p:nvSpPr>
          <p:spPr>
            <a:xfrm>
              <a:off x="171510" y="2079666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372102" y="16594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75053" y="247617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2" name="Google Shape;62;p5"/>
            <p:cNvGrpSpPr/>
            <p:nvPr/>
          </p:nvGrpSpPr>
          <p:grpSpPr>
            <a:xfrm>
              <a:off x="8579615" y="345675"/>
              <a:ext cx="725808" cy="600193"/>
              <a:chOff x="8579615" y="345675"/>
              <a:chExt cx="725808" cy="600193"/>
            </a:xfrm>
          </p:grpSpPr>
          <p:grpSp>
            <p:nvGrpSpPr>
              <p:cNvPr id="63" name="Google Shape;63;p5"/>
              <p:cNvGrpSpPr/>
              <p:nvPr/>
            </p:nvGrpSpPr>
            <p:grpSpPr>
              <a:xfrm>
                <a:off x="8579615" y="831673"/>
                <a:ext cx="114150" cy="114196"/>
                <a:chOff x="-685100" y="4136737"/>
                <a:chExt cx="38359" cy="38359"/>
              </a:xfrm>
            </p:grpSpPr>
            <p:sp>
              <p:nvSpPr>
                <p:cNvPr id="64" name="Google Shape;64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" name="Google Shape;65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66" name="Google Shape;66;p5"/>
              <p:cNvSpPr/>
              <p:nvPr/>
            </p:nvSpPr>
            <p:spPr>
              <a:xfrm>
                <a:off x="8787137" y="345675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8886290" y="7181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>
              <a:off x="8011640" y="4248354"/>
              <a:ext cx="872625" cy="736614"/>
              <a:chOff x="8011640" y="4248354"/>
              <a:chExt cx="872625" cy="736614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54090" y="4248354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011640" y="47054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71" name="Google Shape;71;p5"/>
              <p:cNvGrpSpPr/>
              <p:nvPr/>
            </p:nvGrpSpPr>
            <p:grpSpPr>
              <a:xfrm>
                <a:off x="8770115" y="4870773"/>
                <a:ext cx="114150" cy="114196"/>
                <a:chOff x="-685100" y="4136737"/>
                <a:chExt cx="38359" cy="38359"/>
              </a:xfrm>
            </p:grpSpPr>
            <p:sp>
              <p:nvSpPr>
                <p:cNvPr id="72" name="Google Shape;72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3" name="Google Shape;73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74" name="Google Shape;74;p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type="subTitle" idx="1"/>
          </p:nvPr>
        </p:nvSpPr>
        <p:spPr>
          <a:xfrm>
            <a:off x="6132758" y="3122537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5"/>
          <p:cNvSpPr txBox="1"/>
          <p:nvPr>
            <p:ph type="subTitle" idx="2"/>
          </p:nvPr>
        </p:nvSpPr>
        <p:spPr>
          <a:xfrm>
            <a:off x="3317950" y="3122537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5"/>
          <p:cNvSpPr txBox="1"/>
          <p:nvPr>
            <p:ph type="subTitle" idx="3"/>
          </p:nvPr>
        </p:nvSpPr>
        <p:spPr>
          <a:xfrm>
            <a:off x="6132750" y="2702238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78" name="Google Shape;78;p5"/>
          <p:cNvSpPr txBox="1"/>
          <p:nvPr>
            <p:ph type="subTitle" idx="4"/>
          </p:nvPr>
        </p:nvSpPr>
        <p:spPr>
          <a:xfrm>
            <a:off x="3317750" y="2702238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35703" y="213535"/>
            <a:ext cx="8778375" cy="4765477"/>
            <a:chOff x="235703" y="213535"/>
            <a:chExt cx="8778375" cy="4765477"/>
          </a:xfrm>
        </p:grpSpPr>
        <p:grpSp>
          <p:nvGrpSpPr>
            <p:cNvPr id="81" name="Google Shape;81;p6"/>
            <p:cNvGrpSpPr/>
            <p:nvPr/>
          </p:nvGrpSpPr>
          <p:grpSpPr>
            <a:xfrm>
              <a:off x="235703" y="213535"/>
              <a:ext cx="990421" cy="603041"/>
              <a:chOff x="235703" y="213535"/>
              <a:chExt cx="990421" cy="603041"/>
            </a:xfrm>
          </p:grpSpPr>
          <p:sp>
            <p:nvSpPr>
              <p:cNvPr id="82" name="Google Shape;82;p6"/>
              <p:cNvSpPr/>
              <p:nvPr/>
            </p:nvSpPr>
            <p:spPr>
              <a:xfrm>
                <a:off x="243212" y="717225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806990" y="2573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84" name="Google Shape;84;p6"/>
              <p:cNvGrpSpPr/>
              <p:nvPr/>
            </p:nvGrpSpPr>
            <p:grpSpPr>
              <a:xfrm>
                <a:off x="235703" y="213535"/>
                <a:ext cx="114150" cy="114196"/>
                <a:chOff x="-685100" y="4136737"/>
                <a:chExt cx="38359" cy="38359"/>
              </a:xfrm>
            </p:grpSpPr>
            <p:sp>
              <p:nvSpPr>
                <p:cNvPr id="85" name="Google Shape;85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6" name="Google Shape;86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87" name="Google Shape;87;p6"/>
            <p:cNvSpPr/>
            <p:nvPr/>
          </p:nvSpPr>
          <p:spPr>
            <a:xfrm>
              <a:off x="8848852" y="39811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460515" y="49525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593685" y="33951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022060" y="479683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1" name="Google Shape;91;p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7"/>
          <p:cNvGrpSpPr/>
          <p:nvPr/>
        </p:nvGrpSpPr>
        <p:grpSpPr>
          <a:xfrm>
            <a:off x="294090" y="2304041"/>
            <a:ext cx="6647183" cy="2636887"/>
            <a:chOff x="294090" y="2304041"/>
            <a:chExt cx="6647183" cy="2636887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368572" y="2304041"/>
              <a:ext cx="6572702" cy="2636887"/>
              <a:chOff x="368572" y="2304041"/>
              <a:chExt cx="6572702" cy="2636887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368572" y="230404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66917" y="4895330"/>
                <a:ext cx="474357" cy="45598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39" extrusionOk="0">
                    <a:moveTo>
                      <a:pt x="38" y="0"/>
                    </a:moveTo>
                    <a:cubicBezTo>
                      <a:pt x="22" y="0"/>
                      <a:pt x="1" y="0"/>
                      <a:pt x="1" y="17"/>
                    </a:cubicBezTo>
                    <a:cubicBezTo>
                      <a:pt x="1" y="34"/>
                      <a:pt x="22" y="51"/>
                      <a:pt x="38" y="51"/>
                    </a:cubicBezTo>
                    <a:cubicBezTo>
                      <a:pt x="89" y="51"/>
                      <a:pt x="105" y="67"/>
                      <a:pt x="143" y="88"/>
                    </a:cubicBezTo>
                    <a:cubicBezTo>
                      <a:pt x="160" y="105"/>
                      <a:pt x="193" y="138"/>
                      <a:pt x="264" y="138"/>
                    </a:cubicBezTo>
                    <a:cubicBezTo>
                      <a:pt x="335" y="138"/>
                      <a:pt x="368" y="105"/>
                      <a:pt x="402" y="88"/>
                    </a:cubicBezTo>
                    <a:cubicBezTo>
                      <a:pt x="419" y="67"/>
                      <a:pt x="456" y="51"/>
                      <a:pt x="506" y="51"/>
                    </a:cubicBezTo>
                    <a:cubicBezTo>
                      <a:pt x="544" y="51"/>
                      <a:pt x="577" y="67"/>
                      <a:pt x="594" y="88"/>
                    </a:cubicBezTo>
                    <a:cubicBezTo>
                      <a:pt x="627" y="105"/>
                      <a:pt x="665" y="138"/>
                      <a:pt x="732" y="138"/>
                    </a:cubicBezTo>
                    <a:cubicBezTo>
                      <a:pt x="803" y="138"/>
                      <a:pt x="836" y="105"/>
                      <a:pt x="857" y="88"/>
                    </a:cubicBezTo>
                    <a:cubicBezTo>
                      <a:pt x="890" y="67"/>
                      <a:pt x="907" y="51"/>
                      <a:pt x="961" y="51"/>
                    </a:cubicBezTo>
                    <a:cubicBezTo>
                      <a:pt x="1012" y="51"/>
                      <a:pt x="1028" y="67"/>
                      <a:pt x="1066" y="88"/>
                    </a:cubicBezTo>
                    <a:cubicBezTo>
                      <a:pt x="1099" y="105"/>
                      <a:pt x="1133" y="138"/>
                      <a:pt x="1204" y="138"/>
                    </a:cubicBezTo>
                    <a:cubicBezTo>
                      <a:pt x="1254" y="138"/>
                      <a:pt x="1291" y="105"/>
                      <a:pt x="1325" y="88"/>
                    </a:cubicBezTo>
                    <a:cubicBezTo>
                      <a:pt x="1358" y="67"/>
                      <a:pt x="1379" y="51"/>
                      <a:pt x="1429" y="51"/>
                    </a:cubicBezTo>
                    <a:cubicBezTo>
                      <a:pt x="1446" y="51"/>
                      <a:pt x="1446" y="34"/>
                      <a:pt x="1446" y="17"/>
                    </a:cubicBezTo>
                    <a:cubicBezTo>
                      <a:pt x="1446" y="0"/>
                      <a:pt x="1446" y="0"/>
                      <a:pt x="1429" y="0"/>
                    </a:cubicBezTo>
                    <a:cubicBezTo>
                      <a:pt x="1358" y="0"/>
                      <a:pt x="1325" y="17"/>
                      <a:pt x="1291" y="51"/>
                    </a:cubicBezTo>
                    <a:cubicBezTo>
                      <a:pt x="1275" y="67"/>
                      <a:pt x="1237" y="88"/>
                      <a:pt x="1204" y="88"/>
                    </a:cubicBezTo>
                    <a:cubicBezTo>
                      <a:pt x="1149" y="88"/>
                      <a:pt x="1116" y="67"/>
                      <a:pt x="1099" y="51"/>
                    </a:cubicBezTo>
                    <a:cubicBezTo>
                      <a:pt x="1066" y="17"/>
                      <a:pt x="1028" y="0"/>
                      <a:pt x="961" y="0"/>
                    </a:cubicBezTo>
                    <a:cubicBezTo>
                      <a:pt x="890" y="0"/>
                      <a:pt x="857" y="17"/>
                      <a:pt x="836" y="51"/>
                    </a:cubicBezTo>
                    <a:cubicBezTo>
                      <a:pt x="803" y="67"/>
                      <a:pt x="786" y="88"/>
                      <a:pt x="732" y="88"/>
                    </a:cubicBezTo>
                    <a:cubicBezTo>
                      <a:pt x="682" y="88"/>
                      <a:pt x="665" y="67"/>
                      <a:pt x="627" y="51"/>
                    </a:cubicBezTo>
                    <a:cubicBezTo>
                      <a:pt x="594" y="17"/>
                      <a:pt x="561" y="0"/>
                      <a:pt x="506" y="0"/>
                    </a:cubicBezTo>
                    <a:cubicBezTo>
                      <a:pt x="439" y="0"/>
                      <a:pt x="402" y="17"/>
                      <a:pt x="368" y="51"/>
                    </a:cubicBezTo>
                    <a:cubicBezTo>
                      <a:pt x="335" y="67"/>
                      <a:pt x="314" y="88"/>
                      <a:pt x="264" y="88"/>
                    </a:cubicBezTo>
                    <a:cubicBezTo>
                      <a:pt x="210" y="88"/>
                      <a:pt x="193" y="67"/>
                      <a:pt x="160" y="51"/>
                    </a:cubicBezTo>
                    <a:cubicBezTo>
                      <a:pt x="143" y="17"/>
                      <a:pt x="105" y="0"/>
                      <a:pt x="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6601710" y="460401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7"/>
              <p:cNvSpPr/>
              <p:nvPr/>
            </p:nvSpPr>
            <p:spPr>
              <a:xfrm>
                <a:off x="6202812" y="4630525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99" name="Google Shape;99;p7"/>
            <p:cNvSpPr/>
            <p:nvPr/>
          </p:nvSpPr>
          <p:spPr>
            <a:xfrm>
              <a:off x="294090" y="27174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0" name="Google Shape;100;p7"/>
          <p:cNvSpPr txBox="1"/>
          <p:nvPr>
            <p:ph type="title"/>
          </p:nvPr>
        </p:nvSpPr>
        <p:spPr>
          <a:xfrm>
            <a:off x="720000" y="521208"/>
            <a:ext cx="77109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type="subTitle" idx="1"/>
          </p:nvPr>
        </p:nvSpPr>
        <p:spPr>
          <a:xfrm>
            <a:off x="4135975" y="1507500"/>
            <a:ext cx="4294800" cy="21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8"/>
          <p:cNvGrpSpPr/>
          <p:nvPr/>
        </p:nvGrpSpPr>
        <p:grpSpPr>
          <a:xfrm>
            <a:off x="197390" y="309004"/>
            <a:ext cx="8653755" cy="3593757"/>
            <a:chOff x="197390" y="309004"/>
            <a:chExt cx="8653755" cy="3593757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197390" y="2348909"/>
              <a:ext cx="8653755" cy="1553852"/>
              <a:chOff x="197390" y="2348909"/>
              <a:chExt cx="8653755" cy="1553852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197390" y="31052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517362" y="3702613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197410" y="347331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8746085" y="3801985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8430765" y="23489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10" name="Google Shape;110;p8"/>
            <p:cNvSpPr/>
            <p:nvPr/>
          </p:nvSpPr>
          <p:spPr>
            <a:xfrm>
              <a:off x="1191252" y="30900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735685" y="489122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2" name="Google Shape;112;p8"/>
          <p:cNvSpPr txBox="1"/>
          <p:nvPr>
            <p:ph type="title"/>
          </p:nvPr>
        </p:nvSpPr>
        <p:spPr>
          <a:xfrm>
            <a:off x="713225" y="1000650"/>
            <a:ext cx="3884100" cy="195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9"/>
          <p:cNvGrpSpPr/>
          <p:nvPr/>
        </p:nvGrpSpPr>
        <p:grpSpPr>
          <a:xfrm>
            <a:off x="246028" y="1839998"/>
            <a:ext cx="7592371" cy="3114363"/>
            <a:chOff x="246028" y="1839998"/>
            <a:chExt cx="7592371" cy="3114363"/>
          </a:xfrm>
        </p:grpSpPr>
        <p:grpSp>
          <p:nvGrpSpPr>
            <p:cNvPr id="115" name="Google Shape;115;p9"/>
            <p:cNvGrpSpPr/>
            <p:nvPr/>
          </p:nvGrpSpPr>
          <p:grpSpPr>
            <a:xfrm>
              <a:off x="246028" y="1839998"/>
              <a:ext cx="7483968" cy="3114363"/>
              <a:chOff x="246028" y="1839998"/>
              <a:chExt cx="7483968" cy="3114363"/>
            </a:xfrm>
          </p:grpSpPr>
          <p:grpSp>
            <p:nvGrpSpPr>
              <p:cNvPr id="116" name="Google Shape;116;p9"/>
              <p:cNvGrpSpPr/>
              <p:nvPr/>
            </p:nvGrpSpPr>
            <p:grpSpPr>
              <a:xfrm>
                <a:off x="463875" y="1839998"/>
                <a:ext cx="7266121" cy="3114363"/>
                <a:chOff x="463875" y="1839998"/>
                <a:chExt cx="7266121" cy="3114363"/>
              </a:xfrm>
            </p:grpSpPr>
            <p:sp>
              <p:nvSpPr>
                <p:cNvPr id="117" name="Google Shape;117;p9"/>
                <p:cNvSpPr/>
                <p:nvPr/>
              </p:nvSpPr>
              <p:spPr>
                <a:xfrm>
                  <a:off x="7624935" y="4853585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7071125" y="4735213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119" name="Google Shape;119;p9"/>
                <p:cNvGrpSpPr/>
                <p:nvPr/>
              </p:nvGrpSpPr>
              <p:grpSpPr>
                <a:xfrm>
                  <a:off x="463875" y="1839998"/>
                  <a:ext cx="294240" cy="1658216"/>
                  <a:chOff x="463875" y="1839998"/>
                  <a:chExt cx="294240" cy="1658216"/>
                </a:xfrm>
              </p:grpSpPr>
              <p:grpSp>
                <p:nvGrpSpPr>
                  <p:cNvPr id="120" name="Google Shape;120;p9"/>
                  <p:cNvGrpSpPr/>
                  <p:nvPr/>
                </p:nvGrpSpPr>
                <p:grpSpPr>
                  <a:xfrm>
                    <a:off x="643965" y="1839998"/>
                    <a:ext cx="114150" cy="114196"/>
                    <a:chOff x="-685100" y="4136737"/>
                    <a:chExt cx="38359" cy="38359"/>
                  </a:xfrm>
                </p:grpSpPr>
                <p:sp>
                  <p:nvSpPr>
                    <p:cNvPr id="121" name="Google Shape;121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" h="389" fill="none" extrusionOk="0">
                          <a:moveTo>
                            <a:pt x="0" y="1"/>
                          </a:moveTo>
                          <a:lnTo>
                            <a:pt x="388" y="389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122" name="Google Shape;122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" h="389" fill="none" extrusionOk="0">
                          <a:moveTo>
                            <a:pt x="388" y="1"/>
                          </a:moveTo>
                          <a:lnTo>
                            <a:pt x="0" y="389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</p:grpSp>
              <p:sp>
                <p:nvSpPr>
                  <p:cNvPr id="123" name="Google Shape;123;p9"/>
                  <p:cNvSpPr/>
                  <p:nvPr/>
                </p:nvSpPr>
                <p:spPr>
                  <a:xfrm>
                    <a:off x="463875" y="3398863"/>
                    <a:ext cx="99155" cy="99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1" h="562" fill="none" extrusionOk="0">
                        <a:moveTo>
                          <a:pt x="561" y="282"/>
                        </a:moveTo>
                        <a:cubicBezTo>
                          <a:pt x="561" y="432"/>
                          <a:pt x="438" y="561"/>
                          <a:pt x="281" y="561"/>
                        </a:cubicBezTo>
                        <a:cubicBezTo>
                          <a:pt x="129" y="561"/>
                          <a:pt x="0" y="432"/>
                          <a:pt x="0" y="282"/>
                        </a:cubicBezTo>
                        <a:cubicBezTo>
                          <a:pt x="0" y="123"/>
                          <a:pt x="129" y="0"/>
                          <a:pt x="281" y="0"/>
                        </a:cubicBezTo>
                        <a:cubicBezTo>
                          <a:pt x="438" y="0"/>
                          <a:pt x="561" y="123"/>
                          <a:pt x="561" y="282"/>
                        </a:cubicBezTo>
                        <a:close/>
                      </a:path>
                    </a:pathLst>
                  </a:custGeom>
                  <a:noFill/>
                  <a:ln w="9525" cap="rnd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  <p:sp>
            <p:nvSpPr>
              <p:cNvPr id="124" name="Google Shape;124;p9"/>
              <p:cNvSpPr/>
              <p:nvPr/>
            </p:nvSpPr>
            <p:spPr>
              <a:xfrm>
                <a:off x="246028" y="25584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25" name="Google Shape;125;p9"/>
            <p:cNvSpPr/>
            <p:nvPr/>
          </p:nvSpPr>
          <p:spPr>
            <a:xfrm>
              <a:off x="7419265" y="46039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4646950" y="1048650"/>
            <a:ext cx="35526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type="subTitle" idx="1"/>
          </p:nvPr>
        </p:nvSpPr>
        <p:spPr>
          <a:xfrm>
            <a:off x="4646950" y="2163750"/>
            <a:ext cx="3552600" cy="10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1143000" y="3898025"/>
            <a:ext cx="68580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1"/>
          <p:cNvGrpSpPr/>
          <p:nvPr/>
        </p:nvGrpSpPr>
        <p:grpSpPr>
          <a:xfrm>
            <a:off x="294090" y="171654"/>
            <a:ext cx="8784408" cy="2608746"/>
            <a:chOff x="294090" y="171654"/>
            <a:chExt cx="8784408" cy="2608746"/>
          </a:xfrm>
        </p:grpSpPr>
        <p:sp>
          <p:nvSpPr>
            <p:cNvPr id="133" name="Google Shape;133;p11"/>
            <p:cNvSpPr/>
            <p:nvPr/>
          </p:nvSpPr>
          <p:spPr>
            <a:xfrm>
              <a:off x="8659365" y="27538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8558902" y="22290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294090" y="7764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421052" y="1716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1087985" y="3068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8" name="Google Shape;138;p11"/>
          <p:cNvSpPr txBox="1"/>
          <p:nvPr>
            <p:ph type="title" hasCustomPrompt="1"/>
          </p:nvPr>
        </p:nvSpPr>
        <p:spPr>
          <a:xfrm>
            <a:off x="713225" y="1175378"/>
            <a:ext cx="4461900" cy="8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/>
          <p:nvPr>
            <p:ph type="subTitle" idx="1"/>
          </p:nvPr>
        </p:nvSpPr>
        <p:spPr>
          <a:xfrm>
            <a:off x="713225" y="2074662"/>
            <a:ext cx="44619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3"/>
          <p:cNvGrpSpPr/>
          <p:nvPr/>
        </p:nvGrpSpPr>
        <p:grpSpPr>
          <a:xfrm>
            <a:off x="140465" y="125025"/>
            <a:ext cx="8836013" cy="4774862"/>
            <a:chOff x="140465" y="125025"/>
            <a:chExt cx="8836013" cy="4774862"/>
          </a:xfrm>
        </p:grpSpPr>
        <p:grpSp>
          <p:nvGrpSpPr>
            <p:cNvPr id="143" name="Google Shape;143;p13"/>
            <p:cNvGrpSpPr/>
            <p:nvPr/>
          </p:nvGrpSpPr>
          <p:grpSpPr>
            <a:xfrm>
              <a:off x="140465" y="125025"/>
              <a:ext cx="8836013" cy="4774862"/>
              <a:chOff x="140465" y="125025"/>
              <a:chExt cx="8836013" cy="4774862"/>
            </a:xfrm>
          </p:grpSpPr>
          <p:grpSp>
            <p:nvGrpSpPr>
              <p:cNvPr id="144" name="Google Shape;144;p13"/>
              <p:cNvGrpSpPr/>
              <p:nvPr/>
            </p:nvGrpSpPr>
            <p:grpSpPr>
              <a:xfrm>
                <a:off x="140465" y="125025"/>
                <a:ext cx="8836013" cy="4682629"/>
                <a:chOff x="140465" y="125025"/>
                <a:chExt cx="8836013" cy="4682629"/>
              </a:xfrm>
            </p:grpSpPr>
            <p:grpSp>
              <p:nvGrpSpPr>
                <p:cNvPr id="145" name="Google Shape;145;p13"/>
                <p:cNvGrpSpPr/>
                <p:nvPr/>
              </p:nvGrpSpPr>
              <p:grpSpPr>
                <a:xfrm>
                  <a:off x="140465" y="6792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46" name="Google Shape;146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47" name="Google Shape;147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48" name="Google Shape;148;p13"/>
                <p:cNvSpPr/>
                <p:nvPr/>
              </p:nvSpPr>
              <p:spPr>
                <a:xfrm>
                  <a:off x="212200" y="125025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9" name="Google Shape;149;p13"/>
                <p:cNvSpPr/>
                <p:nvPr/>
              </p:nvSpPr>
              <p:spPr>
                <a:xfrm>
                  <a:off x="720010" y="193616"/>
                  <a:ext cx="105061" cy="99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26" extrusionOk="0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0" name="Google Shape;150;p13"/>
                <p:cNvSpPr/>
                <p:nvPr/>
              </p:nvSpPr>
              <p:spPr>
                <a:xfrm>
                  <a:off x="8811252" y="4672404"/>
                  <a:ext cx="165226" cy="1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577" fill="none" extrusionOk="0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151" name="Google Shape;151;p13"/>
                <p:cNvGrpSpPr/>
                <p:nvPr/>
              </p:nvGrpSpPr>
              <p:grpSpPr>
                <a:xfrm>
                  <a:off x="8612715" y="42892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" name="Google Shape;153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  <p:sp>
            <p:nvSpPr>
              <p:cNvPr id="154" name="Google Shape;154;p13"/>
              <p:cNvSpPr/>
              <p:nvPr/>
            </p:nvSpPr>
            <p:spPr>
              <a:xfrm>
                <a:off x="8161165" y="48733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7893815" y="336373"/>
              <a:ext cx="1032283" cy="1057878"/>
              <a:chOff x="7893815" y="336373"/>
              <a:chExt cx="1032283" cy="1057878"/>
            </a:xfrm>
          </p:grpSpPr>
          <p:grpSp>
            <p:nvGrpSpPr>
              <p:cNvPr id="156" name="Google Shape;156;p13"/>
              <p:cNvGrpSpPr/>
              <p:nvPr/>
            </p:nvGrpSpPr>
            <p:grpSpPr>
              <a:xfrm>
                <a:off x="7893815" y="336373"/>
                <a:ext cx="114150" cy="114196"/>
                <a:chOff x="-685100" y="4136737"/>
                <a:chExt cx="38359" cy="38359"/>
              </a:xfrm>
            </p:grpSpPr>
            <p:sp>
              <p:nvSpPr>
                <p:cNvPr id="157" name="Google Shape;157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" name="Google Shape;158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59" name="Google Shape;159;p13"/>
              <p:cNvSpPr/>
              <p:nvPr/>
            </p:nvSpPr>
            <p:spPr>
              <a:xfrm>
                <a:off x="8506965" y="463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8660337" y="12949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61" name="Google Shape;161;p13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type="subTitle" idx="1"/>
          </p:nvPr>
        </p:nvSpPr>
        <p:spPr>
          <a:xfrm>
            <a:off x="720000" y="221794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type="subTitle" idx="2"/>
          </p:nvPr>
        </p:nvSpPr>
        <p:spPr>
          <a:xfrm>
            <a:off x="3419271" y="221794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type="subTitle" idx="3"/>
          </p:nvPr>
        </p:nvSpPr>
        <p:spPr>
          <a:xfrm>
            <a:off x="720000" y="39511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type="subTitle" idx="4"/>
          </p:nvPr>
        </p:nvSpPr>
        <p:spPr>
          <a:xfrm>
            <a:off x="3419274" y="39511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3"/>
          <p:cNvSpPr txBox="1"/>
          <p:nvPr>
            <p:ph type="subTitle" idx="5"/>
          </p:nvPr>
        </p:nvSpPr>
        <p:spPr>
          <a:xfrm>
            <a:off x="6118549" y="221794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type="subTitle" idx="6"/>
          </p:nvPr>
        </p:nvSpPr>
        <p:spPr>
          <a:xfrm>
            <a:off x="6118549" y="39511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type="title" idx="7" hasCustomPrompt="1"/>
          </p:nvPr>
        </p:nvSpPr>
        <p:spPr>
          <a:xfrm>
            <a:off x="72000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type="title" idx="8" hasCustomPrompt="1"/>
          </p:nvPr>
        </p:nvSpPr>
        <p:spPr>
          <a:xfrm>
            <a:off x="72000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type="title" idx="9" hasCustomPrompt="1"/>
          </p:nvPr>
        </p:nvSpPr>
        <p:spPr>
          <a:xfrm>
            <a:off x="3419275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type="title" idx="13" hasCustomPrompt="1"/>
          </p:nvPr>
        </p:nvSpPr>
        <p:spPr>
          <a:xfrm>
            <a:off x="3419275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type="title" idx="14" hasCustomPrompt="1"/>
          </p:nvPr>
        </p:nvSpPr>
        <p:spPr>
          <a:xfrm>
            <a:off x="611855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type="title" idx="15" hasCustomPrompt="1"/>
          </p:nvPr>
        </p:nvSpPr>
        <p:spPr>
          <a:xfrm>
            <a:off x="611855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type="subTitle" idx="16"/>
          </p:nvPr>
        </p:nvSpPr>
        <p:spPr>
          <a:xfrm>
            <a:off x="720000" y="1886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75" name="Google Shape;175;p13"/>
          <p:cNvSpPr txBox="1"/>
          <p:nvPr>
            <p:ph type="subTitle" idx="17"/>
          </p:nvPr>
        </p:nvSpPr>
        <p:spPr>
          <a:xfrm>
            <a:off x="3419271" y="1886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76" name="Google Shape;176;p13"/>
          <p:cNvSpPr txBox="1"/>
          <p:nvPr>
            <p:ph type="subTitle" idx="18"/>
          </p:nvPr>
        </p:nvSpPr>
        <p:spPr>
          <a:xfrm>
            <a:off x="6118549" y="1886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77" name="Google Shape;177;p13"/>
          <p:cNvSpPr txBox="1"/>
          <p:nvPr>
            <p:ph type="subTitle" idx="19"/>
          </p:nvPr>
        </p:nvSpPr>
        <p:spPr>
          <a:xfrm>
            <a:off x="720000" y="36187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78" name="Google Shape;178;p13"/>
          <p:cNvSpPr txBox="1"/>
          <p:nvPr>
            <p:ph type="subTitle" idx="20"/>
          </p:nvPr>
        </p:nvSpPr>
        <p:spPr>
          <a:xfrm>
            <a:off x="3419271" y="36187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79" name="Google Shape;179;p13"/>
          <p:cNvSpPr txBox="1"/>
          <p:nvPr>
            <p:ph type="subTitle" idx="21"/>
          </p:nvPr>
        </p:nvSpPr>
        <p:spPr>
          <a:xfrm>
            <a:off x="6118549" y="36187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294090" y="222985"/>
            <a:ext cx="8656850" cy="3145983"/>
            <a:chOff x="294090" y="222985"/>
            <a:chExt cx="8656850" cy="3145983"/>
          </a:xfrm>
        </p:grpSpPr>
        <p:sp>
          <p:nvSpPr>
            <p:cNvPr id="182" name="Google Shape;182;p14"/>
            <p:cNvSpPr/>
            <p:nvPr/>
          </p:nvSpPr>
          <p:spPr>
            <a:xfrm>
              <a:off x="294090" y="238532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596637" y="7553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011640" y="2668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85" name="Google Shape;185;p14"/>
            <p:cNvGrpSpPr/>
            <p:nvPr/>
          </p:nvGrpSpPr>
          <p:grpSpPr>
            <a:xfrm>
              <a:off x="8836790" y="222985"/>
              <a:ext cx="114150" cy="114196"/>
              <a:chOff x="-685100" y="4136737"/>
              <a:chExt cx="38359" cy="38359"/>
            </a:xfrm>
          </p:grpSpPr>
          <p:sp>
            <p:nvSpPr>
              <p:cNvPr id="186" name="Google Shape;186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88" name="Google Shape;188;p14"/>
            <p:cNvGrpSpPr/>
            <p:nvPr/>
          </p:nvGrpSpPr>
          <p:grpSpPr>
            <a:xfrm>
              <a:off x="446578" y="3254773"/>
              <a:ext cx="114150" cy="114196"/>
              <a:chOff x="-685100" y="4136737"/>
              <a:chExt cx="38359" cy="38359"/>
            </a:xfrm>
          </p:grpSpPr>
          <p:sp>
            <p:nvSpPr>
              <p:cNvPr id="189" name="Google Shape;189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91" name="Google Shape;191;p14"/>
          <p:cNvSpPr txBox="1"/>
          <p:nvPr>
            <p:ph type="title"/>
          </p:nvPr>
        </p:nvSpPr>
        <p:spPr>
          <a:xfrm>
            <a:off x="3825775" y="3227788"/>
            <a:ext cx="46050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2" name="Google Shape;192;p14"/>
          <p:cNvSpPr txBox="1"/>
          <p:nvPr>
            <p:ph type="subTitle" idx="1"/>
          </p:nvPr>
        </p:nvSpPr>
        <p:spPr>
          <a:xfrm>
            <a:off x="3825725" y="1253913"/>
            <a:ext cx="46050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3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5"/>
          <p:cNvGrpSpPr/>
          <p:nvPr/>
        </p:nvGrpSpPr>
        <p:grpSpPr>
          <a:xfrm>
            <a:off x="357512" y="259179"/>
            <a:ext cx="8674608" cy="4655758"/>
            <a:chOff x="357512" y="259179"/>
            <a:chExt cx="8674608" cy="4655758"/>
          </a:xfrm>
        </p:grpSpPr>
        <p:sp>
          <p:nvSpPr>
            <p:cNvPr id="195" name="Google Shape;195;p15"/>
            <p:cNvSpPr/>
            <p:nvPr/>
          </p:nvSpPr>
          <p:spPr>
            <a:xfrm>
              <a:off x="357512" y="413670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410202" y="47531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076065" y="48884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98" name="Google Shape;198;p15"/>
            <p:cNvGrpSpPr/>
            <p:nvPr/>
          </p:nvGrpSpPr>
          <p:grpSpPr>
            <a:xfrm>
              <a:off x="8751065" y="269698"/>
              <a:ext cx="114150" cy="114196"/>
              <a:chOff x="-685100" y="4136737"/>
              <a:chExt cx="38359" cy="38359"/>
            </a:xfrm>
          </p:grpSpPr>
          <p:sp>
            <p:nvSpPr>
              <p:cNvPr id="199" name="Google Shape;199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01" name="Google Shape;201;p15"/>
            <p:cNvSpPr/>
            <p:nvPr/>
          </p:nvSpPr>
          <p:spPr>
            <a:xfrm>
              <a:off x="8430765" y="8383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8011165" y="2591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8927060" y="11649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4" name="Google Shape;204;p1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3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6"/>
          <p:cNvGrpSpPr/>
          <p:nvPr/>
        </p:nvGrpSpPr>
        <p:grpSpPr>
          <a:xfrm>
            <a:off x="108778" y="1936804"/>
            <a:ext cx="9161196" cy="1156783"/>
            <a:chOff x="108778" y="1936804"/>
            <a:chExt cx="9161196" cy="1156783"/>
          </a:xfrm>
        </p:grpSpPr>
        <p:grpSp>
          <p:nvGrpSpPr>
            <p:cNvPr id="207" name="Google Shape;207;p16"/>
            <p:cNvGrpSpPr/>
            <p:nvPr/>
          </p:nvGrpSpPr>
          <p:grpSpPr>
            <a:xfrm>
              <a:off x="461515" y="2144023"/>
              <a:ext cx="114150" cy="114196"/>
              <a:chOff x="-609221" y="4366398"/>
              <a:chExt cx="38359" cy="38359"/>
            </a:xfrm>
          </p:grpSpPr>
          <p:sp>
            <p:nvSpPr>
              <p:cNvPr id="208" name="Google Shape;208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10" name="Google Shape;210;p16"/>
            <p:cNvSpPr/>
            <p:nvPr/>
          </p:nvSpPr>
          <p:spPr>
            <a:xfrm>
              <a:off x="108778" y="25010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35727" y="27864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8850860" y="23467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8850840" y="30670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8606602" y="193680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8533912" y="280440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6" name="Google Shape;216;p1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3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720000" y="5212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9" name="Google Shape;219;p17"/>
          <p:cNvGrpSpPr/>
          <p:nvPr/>
        </p:nvGrpSpPr>
        <p:grpSpPr>
          <a:xfrm>
            <a:off x="3703597" y="4681879"/>
            <a:ext cx="1736755" cy="328039"/>
            <a:chOff x="3756610" y="4688154"/>
            <a:chExt cx="1736755" cy="328039"/>
          </a:xfrm>
        </p:grpSpPr>
        <p:grpSp>
          <p:nvGrpSpPr>
            <p:cNvPr id="220" name="Google Shape;220;p17"/>
            <p:cNvGrpSpPr/>
            <p:nvPr/>
          </p:nvGrpSpPr>
          <p:grpSpPr>
            <a:xfrm>
              <a:off x="3756610" y="4706100"/>
              <a:ext cx="1028402" cy="286513"/>
              <a:chOff x="3756610" y="4706100"/>
              <a:chExt cx="1028402" cy="286513"/>
            </a:xfrm>
          </p:grpSpPr>
          <p:sp>
            <p:nvSpPr>
              <p:cNvPr id="221" name="Google Shape;221;p17"/>
              <p:cNvSpPr/>
              <p:nvPr/>
            </p:nvSpPr>
            <p:spPr>
              <a:xfrm>
                <a:off x="4073187" y="47061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3756610" y="48932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365878" y="486675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4" name="Google Shape;224;p17"/>
            <p:cNvGrpSpPr/>
            <p:nvPr/>
          </p:nvGrpSpPr>
          <p:grpSpPr>
            <a:xfrm>
              <a:off x="5077902" y="4688154"/>
              <a:ext cx="415463" cy="328039"/>
              <a:chOff x="5077902" y="4688154"/>
              <a:chExt cx="415463" cy="328039"/>
            </a:xfrm>
          </p:grpSpPr>
          <p:grpSp>
            <p:nvGrpSpPr>
              <p:cNvPr id="225" name="Google Shape;225;p17"/>
              <p:cNvGrpSpPr/>
              <p:nvPr/>
            </p:nvGrpSpPr>
            <p:grpSpPr>
              <a:xfrm>
                <a:off x="5379215" y="4901998"/>
                <a:ext cx="114150" cy="114196"/>
                <a:chOff x="-1811789" y="5621319"/>
                <a:chExt cx="38359" cy="38359"/>
              </a:xfrm>
            </p:grpSpPr>
            <p:sp>
              <p:nvSpPr>
                <p:cNvPr id="226" name="Google Shape;226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7" name="Google Shape;227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28" name="Google Shape;228;p17"/>
              <p:cNvSpPr/>
              <p:nvPr/>
            </p:nvSpPr>
            <p:spPr>
              <a:xfrm>
                <a:off x="5077902" y="4688154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8"/>
          <p:cNvGrpSpPr/>
          <p:nvPr/>
        </p:nvGrpSpPr>
        <p:grpSpPr>
          <a:xfrm>
            <a:off x="294090" y="193498"/>
            <a:ext cx="8695983" cy="4797203"/>
            <a:chOff x="294090" y="193498"/>
            <a:chExt cx="8695983" cy="4797203"/>
          </a:xfrm>
        </p:grpSpPr>
        <p:sp>
          <p:nvSpPr>
            <p:cNvPr id="231" name="Google Shape;231;p18"/>
            <p:cNvSpPr/>
            <p:nvPr/>
          </p:nvSpPr>
          <p:spPr>
            <a:xfrm>
              <a:off x="6272537" y="489135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2" name="Google Shape;232;p18"/>
            <p:cNvGrpSpPr/>
            <p:nvPr/>
          </p:nvGrpSpPr>
          <p:grpSpPr>
            <a:xfrm>
              <a:off x="6550790" y="4546898"/>
              <a:ext cx="114150" cy="114196"/>
              <a:chOff x="-685100" y="4136737"/>
              <a:chExt cx="38359" cy="38359"/>
            </a:xfrm>
          </p:grpSpPr>
          <p:sp>
            <p:nvSpPr>
              <p:cNvPr id="233" name="Google Shape;23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35" name="Google Shape;235;p18"/>
            <p:cNvSpPr/>
            <p:nvPr/>
          </p:nvSpPr>
          <p:spPr>
            <a:xfrm>
              <a:off x="7055390" y="48648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6" name="Google Shape;236;p18"/>
            <p:cNvGrpSpPr/>
            <p:nvPr/>
          </p:nvGrpSpPr>
          <p:grpSpPr>
            <a:xfrm>
              <a:off x="7827140" y="193498"/>
              <a:ext cx="114150" cy="114196"/>
              <a:chOff x="-685100" y="4136737"/>
              <a:chExt cx="38359" cy="38359"/>
            </a:xfrm>
          </p:grpSpPr>
          <p:sp>
            <p:nvSpPr>
              <p:cNvPr id="237" name="Google Shape;237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39" name="Google Shape;239;p18"/>
            <p:cNvSpPr/>
            <p:nvPr/>
          </p:nvSpPr>
          <p:spPr>
            <a:xfrm>
              <a:off x="8570940" y="8383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8570952" y="30770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294090" y="10242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42" name="Google Shape;242;p18"/>
            <p:cNvGrpSpPr/>
            <p:nvPr/>
          </p:nvGrpSpPr>
          <p:grpSpPr>
            <a:xfrm>
              <a:off x="294090" y="1534723"/>
              <a:ext cx="114150" cy="114196"/>
              <a:chOff x="-685100" y="4136737"/>
              <a:chExt cx="38359" cy="38359"/>
            </a:xfrm>
          </p:grpSpPr>
          <p:sp>
            <p:nvSpPr>
              <p:cNvPr id="243" name="Google Shape;24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45" name="Google Shape;245;p18"/>
            <p:cNvSpPr/>
            <p:nvPr/>
          </p:nvSpPr>
          <p:spPr>
            <a:xfrm>
              <a:off x="451135" y="6454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46" name="Google Shape;246;p18"/>
          <p:cNvSpPr txBox="1"/>
          <p:nvPr>
            <p:ph type="title"/>
          </p:nvPr>
        </p:nvSpPr>
        <p:spPr>
          <a:xfrm>
            <a:off x="824563" y="1299650"/>
            <a:ext cx="3640200" cy="15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18"/>
          <p:cNvSpPr txBox="1"/>
          <p:nvPr>
            <p:ph type="subTitle" idx="1"/>
          </p:nvPr>
        </p:nvSpPr>
        <p:spPr>
          <a:xfrm>
            <a:off x="824575" y="2865537"/>
            <a:ext cx="36402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8"/>
          <p:cNvSpPr/>
          <p:nvPr>
            <p:ph type="pic" idx="2"/>
          </p:nvPr>
        </p:nvSpPr>
        <p:spPr>
          <a:xfrm>
            <a:off x="4919988" y="838363"/>
            <a:ext cx="3399300" cy="3466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9"/>
          <p:cNvGrpSpPr/>
          <p:nvPr/>
        </p:nvGrpSpPr>
        <p:grpSpPr>
          <a:xfrm>
            <a:off x="140465" y="285954"/>
            <a:ext cx="8839008" cy="4543534"/>
            <a:chOff x="140465" y="285954"/>
            <a:chExt cx="8839008" cy="4543534"/>
          </a:xfrm>
        </p:grpSpPr>
        <p:sp>
          <p:nvSpPr>
            <p:cNvPr id="251" name="Google Shape;251;p19"/>
            <p:cNvSpPr/>
            <p:nvPr/>
          </p:nvSpPr>
          <p:spPr>
            <a:xfrm>
              <a:off x="303865" y="28168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214852" y="32231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268960" y="47301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7958802" y="2859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8560340" y="8192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8622260" y="3038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140465" y="2341473"/>
              <a:ext cx="114150" cy="114196"/>
              <a:chOff x="-685100" y="4136737"/>
              <a:chExt cx="38359" cy="38359"/>
            </a:xfrm>
          </p:grpSpPr>
          <p:sp>
            <p:nvSpPr>
              <p:cNvPr id="258" name="Google Shape;258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60" name="Google Shape;260;p19"/>
          <p:cNvSpPr txBox="1"/>
          <p:nvPr>
            <p:ph type="title"/>
          </p:nvPr>
        </p:nvSpPr>
        <p:spPr>
          <a:xfrm>
            <a:off x="1083876" y="1085875"/>
            <a:ext cx="30234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19"/>
          <p:cNvSpPr txBox="1"/>
          <p:nvPr>
            <p:ph type="subTitle" idx="1"/>
          </p:nvPr>
        </p:nvSpPr>
        <p:spPr>
          <a:xfrm>
            <a:off x="1083876" y="2149075"/>
            <a:ext cx="3023400" cy="12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2" name="Google Shape;262;p19"/>
          <p:cNvGrpSpPr/>
          <p:nvPr/>
        </p:nvGrpSpPr>
        <p:grpSpPr>
          <a:xfrm flipH="1">
            <a:off x="202193" y="3559134"/>
            <a:ext cx="760404" cy="1419169"/>
            <a:chOff x="3793658" y="8817100"/>
            <a:chExt cx="570746" cy="1065202"/>
          </a:xfrm>
        </p:grpSpPr>
        <p:sp>
          <p:nvSpPr>
            <p:cNvPr id="263" name="Google Shape;263;p19"/>
            <p:cNvSpPr/>
            <p:nvPr/>
          </p:nvSpPr>
          <p:spPr>
            <a:xfrm>
              <a:off x="4247893" y="9670561"/>
              <a:ext cx="3937" cy="2341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  <a:lnTo>
                    <a:pt x="1" y="1"/>
                  </a:lnTo>
                  <a:cubicBezTo>
                    <a:pt x="16" y="8"/>
                    <a:pt x="23" y="15"/>
                    <a:pt x="37" y="22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3958796" y="9645237"/>
              <a:ext cx="355172" cy="185460"/>
            </a:xfrm>
            <a:custGeom>
              <a:avLst/>
              <a:gdLst/>
              <a:ahLst/>
              <a:cxnLst/>
              <a:rect l="l" t="t" r="r" b="b"/>
              <a:pathLst>
                <a:path w="3338" h="1743" extrusionOk="0">
                  <a:moveTo>
                    <a:pt x="1453" y="1"/>
                  </a:moveTo>
                  <a:lnTo>
                    <a:pt x="1453" y="1"/>
                  </a:lnTo>
                  <a:cubicBezTo>
                    <a:pt x="1151" y="23"/>
                    <a:pt x="849" y="103"/>
                    <a:pt x="611" y="239"/>
                  </a:cubicBezTo>
                  <a:cubicBezTo>
                    <a:pt x="16" y="570"/>
                    <a:pt x="1" y="1122"/>
                    <a:pt x="584" y="1476"/>
                  </a:cubicBezTo>
                  <a:cubicBezTo>
                    <a:pt x="882" y="1653"/>
                    <a:pt x="1278" y="1743"/>
                    <a:pt x="1675" y="1743"/>
                  </a:cubicBezTo>
                  <a:cubicBezTo>
                    <a:pt x="2052" y="1743"/>
                    <a:pt x="2430" y="1661"/>
                    <a:pt x="2725" y="1497"/>
                  </a:cubicBezTo>
                  <a:cubicBezTo>
                    <a:pt x="3322" y="1158"/>
                    <a:pt x="3337" y="605"/>
                    <a:pt x="2754" y="260"/>
                  </a:cubicBezTo>
                  <a:cubicBezTo>
                    <a:pt x="2740" y="253"/>
                    <a:pt x="2733" y="246"/>
                    <a:pt x="2718" y="239"/>
                  </a:cubicBezTo>
                  <a:cubicBezTo>
                    <a:pt x="2588" y="167"/>
                    <a:pt x="2438" y="110"/>
                    <a:pt x="2286" y="66"/>
                  </a:cubicBezTo>
                  <a:lnTo>
                    <a:pt x="2266" y="123"/>
                  </a:lnTo>
                  <a:cubicBezTo>
                    <a:pt x="2388" y="160"/>
                    <a:pt x="2495" y="210"/>
                    <a:pt x="2595" y="268"/>
                  </a:cubicBezTo>
                  <a:cubicBezTo>
                    <a:pt x="3099" y="570"/>
                    <a:pt x="3085" y="1045"/>
                    <a:pt x="2575" y="1331"/>
                  </a:cubicBezTo>
                  <a:cubicBezTo>
                    <a:pt x="2320" y="1472"/>
                    <a:pt x="1993" y="1543"/>
                    <a:pt x="1668" y="1543"/>
                  </a:cubicBezTo>
                  <a:cubicBezTo>
                    <a:pt x="1330" y="1543"/>
                    <a:pt x="994" y="1467"/>
                    <a:pt x="741" y="1317"/>
                  </a:cubicBezTo>
                  <a:cubicBezTo>
                    <a:pt x="239" y="1015"/>
                    <a:pt x="253" y="541"/>
                    <a:pt x="763" y="253"/>
                  </a:cubicBezTo>
                  <a:cubicBezTo>
                    <a:pt x="956" y="146"/>
                    <a:pt x="1188" y="80"/>
                    <a:pt x="1431" y="53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3984120" y="9650770"/>
              <a:ext cx="304418" cy="158646"/>
            </a:xfrm>
            <a:custGeom>
              <a:avLst/>
              <a:gdLst/>
              <a:ahLst/>
              <a:cxnLst/>
              <a:rect l="l" t="t" r="r" b="b"/>
              <a:pathLst>
                <a:path w="2861" h="1491" extrusionOk="0">
                  <a:moveTo>
                    <a:pt x="1193" y="1"/>
                  </a:moveTo>
                  <a:cubicBezTo>
                    <a:pt x="950" y="28"/>
                    <a:pt x="718" y="94"/>
                    <a:pt x="525" y="201"/>
                  </a:cubicBezTo>
                  <a:cubicBezTo>
                    <a:pt x="15" y="489"/>
                    <a:pt x="1" y="963"/>
                    <a:pt x="503" y="1265"/>
                  </a:cubicBezTo>
                  <a:cubicBezTo>
                    <a:pt x="756" y="1415"/>
                    <a:pt x="1092" y="1491"/>
                    <a:pt x="1430" y="1491"/>
                  </a:cubicBezTo>
                  <a:cubicBezTo>
                    <a:pt x="1755" y="1491"/>
                    <a:pt x="2082" y="1420"/>
                    <a:pt x="2337" y="1279"/>
                  </a:cubicBezTo>
                  <a:cubicBezTo>
                    <a:pt x="2847" y="993"/>
                    <a:pt x="2861" y="518"/>
                    <a:pt x="2357" y="216"/>
                  </a:cubicBezTo>
                  <a:cubicBezTo>
                    <a:pt x="2257" y="158"/>
                    <a:pt x="2150" y="108"/>
                    <a:pt x="2028" y="71"/>
                  </a:cubicBezTo>
                  <a:lnTo>
                    <a:pt x="1833" y="582"/>
                  </a:lnTo>
                  <a:lnTo>
                    <a:pt x="1452" y="805"/>
                  </a:lnTo>
                  <a:lnTo>
                    <a:pt x="993" y="539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950390" y="9757067"/>
              <a:ext cx="371770" cy="125236"/>
            </a:xfrm>
            <a:custGeom>
              <a:avLst/>
              <a:gdLst/>
              <a:ahLst/>
              <a:cxnLst/>
              <a:rect l="l" t="t" r="r" b="b"/>
              <a:pathLst>
                <a:path w="3494" h="1177" extrusionOk="0">
                  <a:moveTo>
                    <a:pt x="3494" y="7"/>
                  </a:moveTo>
                  <a:cubicBezTo>
                    <a:pt x="3491" y="31"/>
                    <a:pt x="3489" y="54"/>
                    <a:pt x="3488" y="76"/>
                  </a:cubicBezTo>
                  <a:lnTo>
                    <a:pt x="3488" y="76"/>
                  </a:lnTo>
                  <a:cubicBezTo>
                    <a:pt x="3491" y="53"/>
                    <a:pt x="3493" y="30"/>
                    <a:pt x="3494" y="7"/>
                  </a:cubicBezTo>
                  <a:close/>
                  <a:moveTo>
                    <a:pt x="0" y="1"/>
                  </a:moveTo>
                  <a:lnTo>
                    <a:pt x="0" y="166"/>
                  </a:lnTo>
                  <a:cubicBezTo>
                    <a:pt x="0" y="416"/>
                    <a:pt x="166" y="675"/>
                    <a:pt x="497" y="870"/>
                  </a:cubicBezTo>
                  <a:cubicBezTo>
                    <a:pt x="837" y="1074"/>
                    <a:pt x="1290" y="1177"/>
                    <a:pt x="1745" y="1177"/>
                  </a:cubicBezTo>
                  <a:cubicBezTo>
                    <a:pt x="2184" y="1177"/>
                    <a:pt x="2623" y="1081"/>
                    <a:pt x="2962" y="891"/>
                  </a:cubicBezTo>
                  <a:cubicBezTo>
                    <a:pt x="3314" y="697"/>
                    <a:pt x="3487" y="439"/>
                    <a:pt x="3487" y="173"/>
                  </a:cubicBezTo>
                  <a:cubicBezTo>
                    <a:pt x="3487" y="139"/>
                    <a:pt x="3487" y="108"/>
                    <a:pt x="3488" y="76"/>
                  </a:cubicBezTo>
                  <a:lnTo>
                    <a:pt x="3488" y="76"/>
                  </a:lnTo>
                  <a:cubicBezTo>
                    <a:pt x="3455" y="317"/>
                    <a:pt x="3284" y="549"/>
                    <a:pt x="2962" y="727"/>
                  </a:cubicBezTo>
                  <a:cubicBezTo>
                    <a:pt x="2624" y="917"/>
                    <a:pt x="2186" y="1012"/>
                    <a:pt x="1748" y="1012"/>
                  </a:cubicBezTo>
                  <a:cubicBezTo>
                    <a:pt x="1292" y="1012"/>
                    <a:pt x="838" y="909"/>
                    <a:pt x="497" y="704"/>
                  </a:cubicBezTo>
                  <a:cubicBezTo>
                    <a:pt x="166" y="511"/>
                    <a:pt x="0" y="25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3950390" y="9670561"/>
              <a:ext cx="371770" cy="194185"/>
            </a:xfrm>
            <a:custGeom>
              <a:avLst/>
              <a:gdLst/>
              <a:ahLst/>
              <a:cxnLst/>
              <a:rect l="l" t="t" r="r" b="b"/>
              <a:pathLst>
                <a:path w="3494" h="1825" extrusionOk="0">
                  <a:moveTo>
                    <a:pt x="2833" y="22"/>
                  </a:moveTo>
                  <a:lnTo>
                    <a:pt x="2833" y="22"/>
                  </a:lnTo>
                  <a:cubicBezTo>
                    <a:pt x="2835" y="23"/>
                    <a:pt x="2837" y="24"/>
                    <a:pt x="2840" y="26"/>
                  </a:cubicBezTo>
                  <a:lnTo>
                    <a:pt x="2840" y="26"/>
                  </a:lnTo>
                  <a:cubicBezTo>
                    <a:pt x="2837" y="24"/>
                    <a:pt x="2835" y="23"/>
                    <a:pt x="2833" y="22"/>
                  </a:cubicBezTo>
                  <a:close/>
                  <a:moveTo>
                    <a:pt x="690" y="1"/>
                  </a:moveTo>
                  <a:lnTo>
                    <a:pt x="533" y="87"/>
                  </a:lnTo>
                  <a:cubicBezTo>
                    <a:pt x="181" y="289"/>
                    <a:pt x="0" y="548"/>
                    <a:pt x="0" y="814"/>
                  </a:cubicBezTo>
                  <a:cubicBezTo>
                    <a:pt x="0" y="1065"/>
                    <a:pt x="166" y="1324"/>
                    <a:pt x="497" y="1517"/>
                  </a:cubicBezTo>
                  <a:cubicBezTo>
                    <a:pt x="838" y="1722"/>
                    <a:pt x="1292" y="1825"/>
                    <a:pt x="1748" y="1825"/>
                  </a:cubicBezTo>
                  <a:cubicBezTo>
                    <a:pt x="2186" y="1825"/>
                    <a:pt x="2624" y="1730"/>
                    <a:pt x="2962" y="1540"/>
                  </a:cubicBezTo>
                  <a:cubicBezTo>
                    <a:pt x="3314" y="1345"/>
                    <a:pt x="3487" y="1086"/>
                    <a:pt x="3494" y="820"/>
                  </a:cubicBezTo>
                  <a:cubicBezTo>
                    <a:pt x="3494" y="569"/>
                    <a:pt x="3330" y="310"/>
                    <a:pt x="2999" y="117"/>
                  </a:cubicBezTo>
                  <a:cubicBezTo>
                    <a:pt x="2985" y="108"/>
                    <a:pt x="2969" y="101"/>
                    <a:pt x="2962" y="94"/>
                  </a:cubicBezTo>
                  <a:cubicBezTo>
                    <a:pt x="2942" y="80"/>
                    <a:pt x="2919" y="73"/>
                    <a:pt x="2905" y="58"/>
                  </a:cubicBezTo>
                  <a:cubicBezTo>
                    <a:pt x="2899" y="58"/>
                    <a:pt x="2883" y="51"/>
                    <a:pt x="2876" y="44"/>
                  </a:cubicBezTo>
                  <a:cubicBezTo>
                    <a:pt x="2864" y="38"/>
                    <a:pt x="2852" y="33"/>
                    <a:pt x="2840" y="26"/>
                  </a:cubicBezTo>
                  <a:lnTo>
                    <a:pt x="2840" y="26"/>
                  </a:lnTo>
                  <a:cubicBezTo>
                    <a:pt x="3416" y="371"/>
                    <a:pt x="3398" y="922"/>
                    <a:pt x="2804" y="1259"/>
                  </a:cubicBezTo>
                  <a:cubicBezTo>
                    <a:pt x="2509" y="1423"/>
                    <a:pt x="2131" y="1505"/>
                    <a:pt x="1754" y="1505"/>
                  </a:cubicBezTo>
                  <a:cubicBezTo>
                    <a:pt x="1357" y="1505"/>
                    <a:pt x="961" y="1415"/>
                    <a:pt x="663" y="1238"/>
                  </a:cubicBezTo>
                  <a:cubicBezTo>
                    <a:pt x="80" y="884"/>
                    <a:pt x="95" y="332"/>
                    <a:pt x="690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247893" y="9670561"/>
              <a:ext cx="3937" cy="2341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1" y="1"/>
                  </a:moveTo>
                  <a:lnTo>
                    <a:pt x="25" y="15"/>
                  </a:lnTo>
                  <a:lnTo>
                    <a:pt x="25" y="15"/>
                  </a:lnTo>
                  <a:cubicBezTo>
                    <a:pt x="18" y="10"/>
                    <a:pt x="11" y="6"/>
                    <a:pt x="1" y="1"/>
                  </a:cubicBezTo>
                  <a:close/>
                  <a:moveTo>
                    <a:pt x="25" y="15"/>
                  </a:moveTo>
                  <a:cubicBezTo>
                    <a:pt x="29" y="17"/>
                    <a:pt x="32" y="19"/>
                    <a:pt x="37" y="22"/>
                  </a:cubicBezTo>
                  <a:lnTo>
                    <a:pt x="25" y="1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247893" y="9670561"/>
              <a:ext cx="3937" cy="2341"/>
            </a:xfrm>
            <a:custGeom>
              <a:avLst/>
              <a:gdLst/>
              <a:ahLst/>
              <a:cxnLst/>
              <a:rect l="l" t="t" r="r" b="b"/>
              <a:pathLst>
                <a:path w="37" h="22" fill="none" extrusionOk="0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4107335" y="8917332"/>
              <a:ext cx="22983" cy="37560"/>
            </a:xfrm>
            <a:custGeom>
              <a:avLst/>
              <a:gdLst/>
              <a:ahLst/>
              <a:cxnLst/>
              <a:rect l="l" t="t" r="r" b="b"/>
              <a:pathLst>
                <a:path w="216" h="353" extrusionOk="0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4121061" y="8925738"/>
              <a:ext cx="207378" cy="300587"/>
            </a:xfrm>
            <a:custGeom>
              <a:avLst/>
              <a:gdLst/>
              <a:ahLst/>
              <a:cxnLst/>
              <a:rect l="l" t="t" r="r" b="b"/>
              <a:pathLst>
                <a:path w="1949" h="2825" extrusionOk="0">
                  <a:moveTo>
                    <a:pt x="58" y="0"/>
                  </a:moveTo>
                  <a:lnTo>
                    <a:pt x="1" y="87"/>
                  </a:lnTo>
                  <a:cubicBezTo>
                    <a:pt x="28" y="137"/>
                    <a:pt x="51" y="173"/>
                    <a:pt x="78" y="244"/>
                  </a:cubicBezTo>
                  <a:cubicBezTo>
                    <a:pt x="78" y="251"/>
                    <a:pt x="87" y="259"/>
                    <a:pt x="87" y="273"/>
                  </a:cubicBezTo>
                  <a:lnTo>
                    <a:pt x="1495" y="2566"/>
                  </a:lnTo>
                  <a:lnTo>
                    <a:pt x="1948" y="282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4127126" y="8904989"/>
              <a:ext cx="237278" cy="831429"/>
            </a:xfrm>
            <a:custGeom>
              <a:avLst/>
              <a:gdLst/>
              <a:ahLst/>
              <a:cxnLst/>
              <a:rect l="l" t="t" r="r" b="b"/>
              <a:pathLst>
                <a:path w="2230" h="7814" extrusionOk="0">
                  <a:moveTo>
                    <a:pt x="130" y="1"/>
                  </a:moveTo>
                  <a:lnTo>
                    <a:pt x="130" y="7"/>
                  </a:lnTo>
                  <a:lnTo>
                    <a:pt x="1" y="195"/>
                  </a:lnTo>
                  <a:lnTo>
                    <a:pt x="1891" y="3019"/>
                  </a:lnTo>
                  <a:lnTo>
                    <a:pt x="425" y="6973"/>
                  </a:lnTo>
                  <a:lnTo>
                    <a:pt x="403" y="7023"/>
                  </a:lnTo>
                  <a:lnTo>
                    <a:pt x="108" y="7814"/>
                  </a:lnTo>
                  <a:lnTo>
                    <a:pt x="489" y="7591"/>
                  </a:lnTo>
                  <a:lnTo>
                    <a:pt x="684" y="7080"/>
                  </a:lnTo>
                  <a:lnTo>
                    <a:pt x="704" y="7023"/>
                  </a:lnTo>
                  <a:lnTo>
                    <a:pt x="2229" y="2890"/>
                  </a:lnTo>
                  <a:lnTo>
                    <a:pt x="2207" y="2688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4089672" y="9198662"/>
              <a:ext cx="238767" cy="537758"/>
            </a:xfrm>
            <a:custGeom>
              <a:avLst/>
              <a:gdLst/>
              <a:ahLst/>
              <a:cxnLst/>
              <a:rect l="l" t="t" r="r" b="b"/>
              <a:pathLst>
                <a:path w="2244" h="5054" extrusionOk="0">
                  <a:moveTo>
                    <a:pt x="1790" y="1"/>
                  </a:moveTo>
                  <a:lnTo>
                    <a:pt x="223" y="4198"/>
                  </a:lnTo>
                  <a:lnTo>
                    <a:pt x="201" y="4250"/>
                  </a:lnTo>
                  <a:lnTo>
                    <a:pt x="1" y="4788"/>
                  </a:lnTo>
                  <a:lnTo>
                    <a:pt x="460" y="5054"/>
                  </a:lnTo>
                  <a:lnTo>
                    <a:pt x="755" y="4263"/>
                  </a:lnTo>
                  <a:lnTo>
                    <a:pt x="777" y="4213"/>
                  </a:lnTo>
                  <a:lnTo>
                    <a:pt x="2243" y="259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026149" y="8817100"/>
              <a:ext cx="124065" cy="117894"/>
            </a:xfrm>
            <a:custGeom>
              <a:avLst/>
              <a:gdLst/>
              <a:ahLst/>
              <a:cxnLst/>
              <a:rect l="l" t="t" r="r" b="b"/>
              <a:pathLst>
                <a:path w="1166" h="1108" extrusionOk="0">
                  <a:moveTo>
                    <a:pt x="623" y="0"/>
                  </a:moveTo>
                  <a:cubicBezTo>
                    <a:pt x="524" y="0"/>
                    <a:pt x="454" y="27"/>
                    <a:pt x="418" y="43"/>
                  </a:cubicBezTo>
                  <a:cubicBezTo>
                    <a:pt x="418" y="43"/>
                    <a:pt x="382" y="57"/>
                    <a:pt x="339" y="86"/>
                  </a:cubicBezTo>
                  <a:cubicBezTo>
                    <a:pt x="310" y="100"/>
                    <a:pt x="310" y="100"/>
                    <a:pt x="266" y="137"/>
                  </a:cubicBezTo>
                  <a:cubicBezTo>
                    <a:pt x="260" y="150"/>
                    <a:pt x="246" y="159"/>
                    <a:pt x="237" y="173"/>
                  </a:cubicBezTo>
                  <a:cubicBezTo>
                    <a:pt x="223" y="193"/>
                    <a:pt x="203" y="216"/>
                    <a:pt x="180" y="237"/>
                  </a:cubicBezTo>
                  <a:lnTo>
                    <a:pt x="1" y="518"/>
                  </a:lnTo>
                  <a:cubicBezTo>
                    <a:pt x="30" y="518"/>
                    <a:pt x="58" y="525"/>
                    <a:pt x="87" y="532"/>
                  </a:cubicBezTo>
                  <a:cubicBezTo>
                    <a:pt x="123" y="538"/>
                    <a:pt x="166" y="554"/>
                    <a:pt x="223" y="575"/>
                  </a:cubicBezTo>
                  <a:cubicBezTo>
                    <a:pt x="260" y="590"/>
                    <a:pt x="303" y="611"/>
                    <a:pt x="346" y="640"/>
                  </a:cubicBezTo>
                  <a:cubicBezTo>
                    <a:pt x="367" y="647"/>
                    <a:pt x="382" y="654"/>
                    <a:pt x="396" y="661"/>
                  </a:cubicBezTo>
                  <a:cubicBezTo>
                    <a:pt x="496" y="720"/>
                    <a:pt x="598" y="790"/>
                    <a:pt x="684" y="863"/>
                  </a:cubicBezTo>
                  <a:cubicBezTo>
                    <a:pt x="691" y="870"/>
                    <a:pt x="705" y="883"/>
                    <a:pt x="720" y="892"/>
                  </a:cubicBezTo>
                  <a:cubicBezTo>
                    <a:pt x="734" y="913"/>
                    <a:pt x="748" y="927"/>
                    <a:pt x="763" y="942"/>
                  </a:cubicBezTo>
                  <a:cubicBezTo>
                    <a:pt x="791" y="963"/>
                    <a:pt x="813" y="992"/>
                    <a:pt x="827" y="1013"/>
                  </a:cubicBezTo>
                  <a:cubicBezTo>
                    <a:pt x="834" y="1021"/>
                    <a:pt x="841" y="1028"/>
                    <a:pt x="850" y="1035"/>
                  </a:cubicBezTo>
                  <a:cubicBezTo>
                    <a:pt x="863" y="1065"/>
                    <a:pt x="877" y="1085"/>
                    <a:pt x="893" y="1108"/>
                  </a:cubicBezTo>
                  <a:lnTo>
                    <a:pt x="950" y="1021"/>
                  </a:lnTo>
                  <a:lnTo>
                    <a:pt x="1079" y="833"/>
                  </a:lnTo>
                  <a:lnTo>
                    <a:pt x="1079" y="827"/>
                  </a:lnTo>
                  <a:cubicBezTo>
                    <a:pt x="1086" y="813"/>
                    <a:pt x="1093" y="797"/>
                    <a:pt x="1100" y="783"/>
                  </a:cubicBezTo>
                  <a:cubicBezTo>
                    <a:pt x="1108" y="777"/>
                    <a:pt x="1108" y="770"/>
                    <a:pt x="1115" y="763"/>
                  </a:cubicBezTo>
                  <a:cubicBezTo>
                    <a:pt x="1129" y="726"/>
                    <a:pt x="1143" y="690"/>
                    <a:pt x="1151" y="654"/>
                  </a:cubicBezTo>
                  <a:cubicBezTo>
                    <a:pt x="1151" y="640"/>
                    <a:pt x="1158" y="633"/>
                    <a:pt x="1158" y="618"/>
                  </a:cubicBezTo>
                  <a:cubicBezTo>
                    <a:pt x="1165" y="568"/>
                    <a:pt x="1165" y="504"/>
                    <a:pt x="1158" y="452"/>
                  </a:cubicBezTo>
                  <a:cubicBezTo>
                    <a:pt x="1122" y="237"/>
                    <a:pt x="956" y="57"/>
                    <a:pt x="748" y="14"/>
                  </a:cubicBezTo>
                  <a:cubicBezTo>
                    <a:pt x="702" y="4"/>
                    <a:pt x="660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4107335" y="8917332"/>
              <a:ext cx="22983" cy="37560"/>
            </a:xfrm>
            <a:custGeom>
              <a:avLst/>
              <a:gdLst/>
              <a:ahLst/>
              <a:cxnLst/>
              <a:rect l="l" t="t" r="r" b="b"/>
              <a:pathLst>
                <a:path w="216" h="353" extrusionOk="0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3793658" y="9001923"/>
              <a:ext cx="294522" cy="202378"/>
            </a:xfrm>
            <a:custGeom>
              <a:avLst/>
              <a:gdLst/>
              <a:ahLst/>
              <a:cxnLst/>
              <a:rect l="l" t="t" r="r" b="b"/>
              <a:pathLst>
                <a:path w="2768" h="1902" extrusionOk="0">
                  <a:moveTo>
                    <a:pt x="504" y="232"/>
                  </a:moveTo>
                  <a:cubicBezTo>
                    <a:pt x="601" y="232"/>
                    <a:pt x="742" y="267"/>
                    <a:pt x="921" y="340"/>
                  </a:cubicBezTo>
                  <a:cubicBezTo>
                    <a:pt x="1121" y="427"/>
                    <a:pt x="1344" y="556"/>
                    <a:pt x="1560" y="692"/>
                  </a:cubicBezTo>
                  <a:cubicBezTo>
                    <a:pt x="1870" y="901"/>
                    <a:pt x="2150" y="1139"/>
                    <a:pt x="2301" y="1339"/>
                  </a:cubicBezTo>
                  <a:cubicBezTo>
                    <a:pt x="2468" y="1556"/>
                    <a:pt x="2447" y="1675"/>
                    <a:pt x="2275" y="1675"/>
                  </a:cubicBezTo>
                  <a:cubicBezTo>
                    <a:pt x="2179" y="1675"/>
                    <a:pt x="2037" y="1639"/>
                    <a:pt x="1855" y="1562"/>
                  </a:cubicBezTo>
                  <a:cubicBezTo>
                    <a:pt x="1646" y="1475"/>
                    <a:pt x="1423" y="1355"/>
                    <a:pt x="1215" y="1210"/>
                  </a:cubicBezTo>
                  <a:cubicBezTo>
                    <a:pt x="906" y="1010"/>
                    <a:pt x="619" y="765"/>
                    <a:pt x="468" y="570"/>
                  </a:cubicBezTo>
                  <a:cubicBezTo>
                    <a:pt x="300" y="351"/>
                    <a:pt x="326" y="232"/>
                    <a:pt x="504" y="232"/>
                  </a:cubicBezTo>
                  <a:close/>
                  <a:moveTo>
                    <a:pt x="222" y="1"/>
                  </a:moveTo>
                  <a:cubicBezTo>
                    <a:pt x="135" y="1"/>
                    <a:pt x="77" y="23"/>
                    <a:pt x="50" y="68"/>
                  </a:cubicBezTo>
                  <a:cubicBezTo>
                    <a:pt x="0" y="138"/>
                    <a:pt x="43" y="268"/>
                    <a:pt x="179" y="449"/>
                  </a:cubicBezTo>
                  <a:cubicBezTo>
                    <a:pt x="381" y="708"/>
                    <a:pt x="756" y="1023"/>
                    <a:pt x="1158" y="1296"/>
                  </a:cubicBezTo>
                  <a:cubicBezTo>
                    <a:pt x="1439" y="1475"/>
                    <a:pt x="1732" y="1641"/>
                    <a:pt x="2006" y="1757"/>
                  </a:cubicBezTo>
                  <a:cubicBezTo>
                    <a:pt x="2240" y="1855"/>
                    <a:pt x="2424" y="1902"/>
                    <a:pt x="2550" y="1902"/>
                  </a:cubicBezTo>
                  <a:cubicBezTo>
                    <a:pt x="2636" y="1902"/>
                    <a:pt x="2695" y="1880"/>
                    <a:pt x="2724" y="1836"/>
                  </a:cubicBezTo>
                  <a:cubicBezTo>
                    <a:pt x="2767" y="1770"/>
                    <a:pt x="2733" y="1641"/>
                    <a:pt x="2595" y="1462"/>
                  </a:cubicBezTo>
                  <a:cubicBezTo>
                    <a:pt x="2395" y="1196"/>
                    <a:pt x="2020" y="880"/>
                    <a:pt x="1611" y="613"/>
                  </a:cubicBezTo>
                  <a:cubicBezTo>
                    <a:pt x="1337" y="427"/>
                    <a:pt x="1042" y="261"/>
                    <a:pt x="769" y="147"/>
                  </a:cubicBezTo>
                  <a:cubicBezTo>
                    <a:pt x="535" y="49"/>
                    <a:pt x="349" y="1"/>
                    <a:pt x="22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3825472" y="9026502"/>
              <a:ext cx="230787" cy="153752"/>
            </a:xfrm>
            <a:custGeom>
              <a:avLst/>
              <a:gdLst/>
              <a:ahLst/>
              <a:cxnLst/>
              <a:rect l="l" t="t" r="r" b="b"/>
              <a:pathLst>
                <a:path w="2169" h="1445" extrusionOk="0">
                  <a:moveTo>
                    <a:pt x="205" y="1"/>
                  </a:moveTo>
                  <a:cubicBezTo>
                    <a:pt x="27" y="1"/>
                    <a:pt x="1" y="120"/>
                    <a:pt x="169" y="339"/>
                  </a:cubicBezTo>
                  <a:cubicBezTo>
                    <a:pt x="320" y="534"/>
                    <a:pt x="607" y="779"/>
                    <a:pt x="916" y="979"/>
                  </a:cubicBezTo>
                  <a:cubicBezTo>
                    <a:pt x="1124" y="1124"/>
                    <a:pt x="1347" y="1244"/>
                    <a:pt x="1556" y="1331"/>
                  </a:cubicBezTo>
                  <a:cubicBezTo>
                    <a:pt x="1738" y="1408"/>
                    <a:pt x="1880" y="1444"/>
                    <a:pt x="1976" y="1444"/>
                  </a:cubicBezTo>
                  <a:cubicBezTo>
                    <a:pt x="2148" y="1444"/>
                    <a:pt x="2169" y="1325"/>
                    <a:pt x="2002" y="1108"/>
                  </a:cubicBezTo>
                  <a:cubicBezTo>
                    <a:pt x="1851" y="908"/>
                    <a:pt x="1571" y="670"/>
                    <a:pt x="1261" y="461"/>
                  </a:cubicBezTo>
                  <a:cubicBezTo>
                    <a:pt x="1045" y="325"/>
                    <a:pt x="822" y="196"/>
                    <a:pt x="622" y="109"/>
                  </a:cubicBezTo>
                  <a:cubicBezTo>
                    <a:pt x="443" y="36"/>
                    <a:pt x="302" y="1"/>
                    <a:pt x="205" y="1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3798978" y="8870940"/>
              <a:ext cx="345170" cy="326336"/>
            </a:xfrm>
            <a:custGeom>
              <a:avLst/>
              <a:gdLst/>
              <a:ahLst/>
              <a:cxnLst/>
              <a:rect l="l" t="t" r="r" b="b"/>
              <a:pathLst>
                <a:path w="3244" h="3067" extrusionOk="0">
                  <a:moveTo>
                    <a:pt x="3" y="1293"/>
                  </a:moveTo>
                  <a:cubicBezTo>
                    <a:pt x="2" y="1295"/>
                    <a:pt x="1" y="1297"/>
                    <a:pt x="0" y="1299"/>
                  </a:cubicBezTo>
                  <a:cubicBezTo>
                    <a:pt x="1" y="1297"/>
                    <a:pt x="2" y="1295"/>
                    <a:pt x="3" y="1293"/>
                  </a:cubicBezTo>
                  <a:close/>
                  <a:moveTo>
                    <a:pt x="1962" y="1"/>
                  </a:moveTo>
                  <a:cubicBezTo>
                    <a:pt x="1859" y="1"/>
                    <a:pt x="1767" y="12"/>
                    <a:pt x="1698" y="26"/>
                  </a:cubicBezTo>
                  <a:cubicBezTo>
                    <a:pt x="1423" y="69"/>
                    <a:pt x="1208" y="177"/>
                    <a:pt x="1130" y="214"/>
                  </a:cubicBezTo>
                  <a:cubicBezTo>
                    <a:pt x="914" y="314"/>
                    <a:pt x="706" y="472"/>
                    <a:pt x="626" y="536"/>
                  </a:cubicBezTo>
                  <a:cubicBezTo>
                    <a:pt x="554" y="593"/>
                    <a:pt x="474" y="666"/>
                    <a:pt x="388" y="759"/>
                  </a:cubicBezTo>
                  <a:cubicBezTo>
                    <a:pt x="368" y="781"/>
                    <a:pt x="338" y="817"/>
                    <a:pt x="318" y="838"/>
                  </a:cubicBezTo>
                  <a:cubicBezTo>
                    <a:pt x="281" y="881"/>
                    <a:pt x="238" y="947"/>
                    <a:pt x="202" y="990"/>
                  </a:cubicBezTo>
                  <a:cubicBezTo>
                    <a:pt x="139" y="1088"/>
                    <a:pt x="68" y="1193"/>
                    <a:pt x="3" y="1293"/>
                  </a:cubicBezTo>
                  <a:lnTo>
                    <a:pt x="3" y="1293"/>
                  </a:lnTo>
                  <a:cubicBezTo>
                    <a:pt x="31" y="1253"/>
                    <a:pt x="89" y="1232"/>
                    <a:pt x="172" y="1232"/>
                  </a:cubicBezTo>
                  <a:cubicBezTo>
                    <a:pt x="299" y="1232"/>
                    <a:pt x="485" y="1280"/>
                    <a:pt x="719" y="1378"/>
                  </a:cubicBezTo>
                  <a:cubicBezTo>
                    <a:pt x="992" y="1492"/>
                    <a:pt x="1287" y="1658"/>
                    <a:pt x="1561" y="1844"/>
                  </a:cubicBezTo>
                  <a:cubicBezTo>
                    <a:pt x="1970" y="2111"/>
                    <a:pt x="2345" y="2427"/>
                    <a:pt x="2545" y="2693"/>
                  </a:cubicBezTo>
                  <a:cubicBezTo>
                    <a:pt x="2682" y="2871"/>
                    <a:pt x="2717" y="2999"/>
                    <a:pt x="2675" y="3065"/>
                  </a:cubicBezTo>
                  <a:lnTo>
                    <a:pt x="2675" y="3065"/>
                  </a:lnTo>
                  <a:cubicBezTo>
                    <a:pt x="2740" y="2964"/>
                    <a:pt x="2812" y="2865"/>
                    <a:pt x="2876" y="2765"/>
                  </a:cubicBezTo>
                  <a:cubicBezTo>
                    <a:pt x="3028" y="2542"/>
                    <a:pt x="3098" y="2304"/>
                    <a:pt x="3128" y="2189"/>
                  </a:cubicBezTo>
                  <a:cubicBezTo>
                    <a:pt x="3135" y="2182"/>
                    <a:pt x="3214" y="1902"/>
                    <a:pt x="3235" y="1601"/>
                  </a:cubicBezTo>
                  <a:cubicBezTo>
                    <a:pt x="3243" y="1406"/>
                    <a:pt x="3235" y="1226"/>
                    <a:pt x="3178" y="997"/>
                  </a:cubicBezTo>
                  <a:cubicBezTo>
                    <a:pt x="3178" y="997"/>
                    <a:pt x="3157" y="888"/>
                    <a:pt x="3114" y="788"/>
                  </a:cubicBezTo>
                  <a:lnTo>
                    <a:pt x="2898" y="436"/>
                  </a:lnTo>
                  <a:cubicBezTo>
                    <a:pt x="2883" y="421"/>
                    <a:pt x="2869" y="407"/>
                    <a:pt x="2855" y="386"/>
                  </a:cubicBezTo>
                  <a:cubicBezTo>
                    <a:pt x="2840" y="377"/>
                    <a:pt x="2826" y="364"/>
                    <a:pt x="2819" y="357"/>
                  </a:cubicBezTo>
                  <a:cubicBezTo>
                    <a:pt x="2733" y="284"/>
                    <a:pt x="2631" y="214"/>
                    <a:pt x="2531" y="155"/>
                  </a:cubicBezTo>
                  <a:cubicBezTo>
                    <a:pt x="2517" y="148"/>
                    <a:pt x="2502" y="141"/>
                    <a:pt x="2481" y="134"/>
                  </a:cubicBezTo>
                  <a:cubicBezTo>
                    <a:pt x="2438" y="105"/>
                    <a:pt x="2395" y="84"/>
                    <a:pt x="2358" y="69"/>
                  </a:cubicBezTo>
                  <a:cubicBezTo>
                    <a:pt x="2301" y="48"/>
                    <a:pt x="2258" y="32"/>
                    <a:pt x="2222" y="26"/>
                  </a:cubicBezTo>
                  <a:cubicBezTo>
                    <a:pt x="2193" y="19"/>
                    <a:pt x="2165" y="12"/>
                    <a:pt x="2136" y="12"/>
                  </a:cubicBezTo>
                  <a:cubicBezTo>
                    <a:pt x="2076" y="4"/>
                    <a:pt x="2018" y="1"/>
                    <a:pt x="1962" y="1"/>
                  </a:cubicBezTo>
                  <a:close/>
                  <a:moveTo>
                    <a:pt x="2675" y="3065"/>
                  </a:moveTo>
                  <a:cubicBezTo>
                    <a:pt x="2675" y="3066"/>
                    <a:pt x="2674" y="3066"/>
                    <a:pt x="2674" y="3067"/>
                  </a:cubicBezTo>
                  <a:cubicBezTo>
                    <a:pt x="2674" y="3066"/>
                    <a:pt x="2675" y="3066"/>
                    <a:pt x="2675" y="30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0"/>
          <p:cNvGrpSpPr/>
          <p:nvPr/>
        </p:nvGrpSpPr>
        <p:grpSpPr>
          <a:xfrm>
            <a:off x="1762077" y="317323"/>
            <a:ext cx="7204876" cy="4590157"/>
            <a:chOff x="1762077" y="317323"/>
            <a:chExt cx="7204876" cy="4590157"/>
          </a:xfrm>
        </p:grpSpPr>
        <p:sp>
          <p:nvSpPr>
            <p:cNvPr id="281" name="Google Shape;281;p20"/>
            <p:cNvSpPr/>
            <p:nvPr/>
          </p:nvSpPr>
          <p:spPr>
            <a:xfrm>
              <a:off x="8801727" y="11649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8449803" y="195354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83" name="Google Shape;283;p20"/>
            <p:cNvGrpSpPr/>
            <p:nvPr/>
          </p:nvGrpSpPr>
          <p:grpSpPr>
            <a:xfrm>
              <a:off x="8170040" y="317323"/>
              <a:ext cx="114150" cy="114196"/>
              <a:chOff x="-685100" y="4136737"/>
              <a:chExt cx="38359" cy="38359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86" name="Google Shape;286;p20"/>
            <p:cNvSpPr/>
            <p:nvPr/>
          </p:nvSpPr>
          <p:spPr>
            <a:xfrm>
              <a:off x="1762077" y="47722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7" name="Google Shape;287;p20"/>
          <p:cNvSpPr txBox="1"/>
          <p:nvPr>
            <p:ph type="title"/>
          </p:nvPr>
        </p:nvSpPr>
        <p:spPr>
          <a:xfrm>
            <a:off x="4808712" y="1436400"/>
            <a:ext cx="25731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8" name="Google Shape;288;p20"/>
          <p:cNvSpPr txBox="1"/>
          <p:nvPr>
            <p:ph type="subTitle" idx="1"/>
          </p:nvPr>
        </p:nvSpPr>
        <p:spPr>
          <a:xfrm>
            <a:off x="4808837" y="2497200"/>
            <a:ext cx="2573100" cy="12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1"/>
          <p:cNvGrpSpPr/>
          <p:nvPr/>
        </p:nvGrpSpPr>
        <p:grpSpPr>
          <a:xfrm>
            <a:off x="211685" y="269698"/>
            <a:ext cx="976380" cy="1044888"/>
            <a:chOff x="211685" y="269698"/>
            <a:chExt cx="976380" cy="1044888"/>
          </a:xfrm>
        </p:grpSpPr>
        <p:sp>
          <p:nvSpPr>
            <p:cNvPr id="291" name="Google Shape;291;p21"/>
            <p:cNvSpPr/>
            <p:nvPr/>
          </p:nvSpPr>
          <p:spPr>
            <a:xfrm>
              <a:off x="275053" y="8192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92" name="Google Shape;292;p21"/>
            <p:cNvGrpSpPr/>
            <p:nvPr/>
          </p:nvGrpSpPr>
          <p:grpSpPr>
            <a:xfrm>
              <a:off x="1073915" y="269698"/>
              <a:ext cx="114150" cy="114196"/>
              <a:chOff x="-685100" y="4136737"/>
              <a:chExt cx="38359" cy="38359"/>
            </a:xfrm>
          </p:grpSpPr>
          <p:sp>
            <p:nvSpPr>
              <p:cNvPr id="293" name="Google Shape;293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95" name="Google Shape;295;p21"/>
            <p:cNvSpPr/>
            <p:nvPr/>
          </p:nvSpPr>
          <p:spPr>
            <a:xfrm>
              <a:off x="211685" y="12138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316762" y="38390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97" name="Google Shape;297;p21"/>
          <p:cNvSpPr txBox="1"/>
          <p:nvPr>
            <p:ph type="title"/>
          </p:nvPr>
        </p:nvSpPr>
        <p:spPr>
          <a:xfrm>
            <a:off x="2417638" y="2105845"/>
            <a:ext cx="22593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1"/>
          <p:cNvSpPr txBox="1"/>
          <p:nvPr>
            <p:ph type="subTitle" idx="1"/>
          </p:nvPr>
        </p:nvSpPr>
        <p:spPr>
          <a:xfrm>
            <a:off x="2417650" y="3149824"/>
            <a:ext cx="22593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2"/>
          <p:cNvGrpSpPr/>
          <p:nvPr/>
        </p:nvGrpSpPr>
        <p:grpSpPr>
          <a:xfrm>
            <a:off x="-166660" y="1704104"/>
            <a:ext cx="9228233" cy="3135984"/>
            <a:chOff x="-166660" y="1704104"/>
            <a:chExt cx="9228233" cy="3135984"/>
          </a:xfrm>
        </p:grpSpPr>
        <p:sp>
          <p:nvSpPr>
            <p:cNvPr id="301" name="Google Shape;301;p22"/>
            <p:cNvSpPr/>
            <p:nvPr/>
          </p:nvSpPr>
          <p:spPr>
            <a:xfrm>
              <a:off x="-166660" y="21093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252477" y="170410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503785" y="2348197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04" name="Google Shape;304;p22"/>
            <p:cNvGrpSpPr/>
            <p:nvPr/>
          </p:nvGrpSpPr>
          <p:grpSpPr>
            <a:xfrm>
              <a:off x="8830365" y="3760098"/>
              <a:ext cx="114150" cy="114196"/>
              <a:chOff x="-685100" y="4136737"/>
              <a:chExt cx="38359" cy="38359"/>
            </a:xfrm>
          </p:grpSpPr>
          <p:sp>
            <p:nvSpPr>
              <p:cNvPr id="305" name="Google Shape;305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6" name="Google Shape;306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07" name="Google Shape;307;p22"/>
            <p:cNvSpPr/>
            <p:nvPr/>
          </p:nvSpPr>
          <p:spPr>
            <a:xfrm>
              <a:off x="8642440" y="44472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8590762" y="405097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8430785" y="47407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0" name="Google Shape;310;p22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" name="Google Shape;311;p22"/>
          <p:cNvSpPr txBox="1"/>
          <p:nvPr>
            <p:ph type="body" idx="1"/>
          </p:nvPr>
        </p:nvSpPr>
        <p:spPr>
          <a:xfrm>
            <a:off x="720000" y="1139550"/>
            <a:ext cx="7704000" cy="12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24" name="Google Shape;324;p23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5" name="Google Shape;325;p23"/>
          <p:cNvSpPr txBox="1"/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3"/>
          <p:cNvSpPr txBox="1"/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3"/>
          <p:cNvSpPr txBox="1"/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328" name="Google Shape;328;p23"/>
          <p:cNvSpPr txBox="1"/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4"/>
          <p:cNvGrpSpPr/>
          <p:nvPr/>
        </p:nvGrpSpPr>
        <p:grpSpPr>
          <a:xfrm>
            <a:off x="236590" y="228373"/>
            <a:ext cx="8797477" cy="4710226"/>
            <a:chOff x="236590" y="228373"/>
            <a:chExt cx="8797477" cy="4710226"/>
          </a:xfrm>
        </p:grpSpPr>
        <p:grpSp>
          <p:nvGrpSpPr>
            <p:cNvPr id="331" name="Google Shape;331;p24"/>
            <p:cNvGrpSpPr/>
            <p:nvPr/>
          </p:nvGrpSpPr>
          <p:grpSpPr>
            <a:xfrm>
              <a:off x="513562" y="228373"/>
              <a:ext cx="8520505" cy="4710226"/>
              <a:chOff x="513562" y="228373"/>
              <a:chExt cx="8520505" cy="4710226"/>
            </a:xfrm>
          </p:grpSpPr>
          <p:grpSp>
            <p:nvGrpSpPr>
              <p:cNvPr id="332" name="Google Shape;332;p24"/>
              <p:cNvGrpSpPr/>
              <p:nvPr/>
            </p:nvGrpSpPr>
            <p:grpSpPr>
              <a:xfrm>
                <a:off x="8699790" y="3091698"/>
                <a:ext cx="114150" cy="114196"/>
                <a:chOff x="-685100" y="4136737"/>
                <a:chExt cx="38359" cy="38359"/>
              </a:xfrm>
            </p:grpSpPr>
            <p:sp>
              <p:nvSpPr>
                <p:cNvPr id="333" name="Google Shape;333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4" name="Google Shape;334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335" name="Google Shape;335;p24"/>
              <p:cNvGrpSpPr/>
              <p:nvPr/>
            </p:nvGrpSpPr>
            <p:grpSpPr>
              <a:xfrm>
                <a:off x="513562" y="228373"/>
                <a:ext cx="8061130" cy="4710226"/>
                <a:chOff x="513562" y="228373"/>
                <a:chExt cx="8061130" cy="4710226"/>
              </a:xfrm>
            </p:grpSpPr>
            <p:sp>
              <p:nvSpPr>
                <p:cNvPr id="336" name="Google Shape;336;p24"/>
                <p:cNvSpPr/>
                <p:nvPr/>
              </p:nvSpPr>
              <p:spPr>
                <a:xfrm>
                  <a:off x="513562" y="4451925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7" name="Google Shape;337;p24"/>
                <p:cNvSpPr/>
                <p:nvPr/>
              </p:nvSpPr>
              <p:spPr>
                <a:xfrm>
                  <a:off x="906835" y="4837822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338" name="Google Shape;338;p24"/>
                <p:cNvGrpSpPr/>
                <p:nvPr/>
              </p:nvGrpSpPr>
              <p:grpSpPr>
                <a:xfrm>
                  <a:off x="7899840" y="2283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9" name="Google Shape;339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340" name="Google Shape;340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341" name="Google Shape;341;p24"/>
                <p:cNvSpPr/>
                <p:nvPr/>
              </p:nvSpPr>
              <p:spPr>
                <a:xfrm>
                  <a:off x="8475537" y="489825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42" name="Google Shape;342;p24"/>
              <p:cNvSpPr/>
              <p:nvPr/>
            </p:nvSpPr>
            <p:spPr>
              <a:xfrm>
                <a:off x="8934912" y="34736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43" name="Google Shape;343;p24"/>
            <p:cNvSpPr/>
            <p:nvPr/>
          </p:nvSpPr>
          <p:spPr>
            <a:xfrm>
              <a:off x="236590" y="48133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8325640" y="2283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5" name="Google Shape;345;p24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" name="Google Shape;346;p24"/>
          <p:cNvSpPr txBox="1"/>
          <p:nvPr>
            <p:ph type="subTitle" idx="1"/>
          </p:nvPr>
        </p:nvSpPr>
        <p:spPr>
          <a:xfrm>
            <a:off x="4144219" y="1675150"/>
            <a:ext cx="3010200" cy="21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24"/>
          <p:cNvSpPr txBox="1"/>
          <p:nvPr>
            <p:ph type="subTitle" idx="2"/>
          </p:nvPr>
        </p:nvSpPr>
        <p:spPr>
          <a:xfrm>
            <a:off x="726825" y="1675150"/>
            <a:ext cx="3010200" cy="21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5"/>
          <p:cNvGrpSpPr/>
          <p:nvPr/>
        </p:nvGrpSpPr>
        <p:grpSpPr>
          <a:xfrm>
            <a:off x="166815" y="243629"/>
            <a:ext cx="8676308" cy="4751139"/>
            <a:chOff x="166815" y="243629"/>
            <a:chExt cx="8676308" cy="4751139"/>
          </a:xfrm>
        </p:grpSpPr>
        <p:sp>
          <p:nvSpPr>
            <p:cNvPr id="350" name="Google Shape;350;p25"/>
            <p:cNvSpPr/>
            <p:nvPr/>
          </p:nvSpPr>
          <p:spPr>
            <a:xfrm>
              <a:off x="8652960" y="603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8009027" y="243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8423990" y="2979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166815" y="488057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323860" y="4327966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585962" y="468485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56" name="Google Shape;356;p25"/>
            <p:cNvGrpSpPr/>
            <p:nvPr/>
          </p:nvGrpSpPr>
          <p:grpSpPr>
            <a:xfrm>
              <a:off x="984215" y="4880573"/>
              <a:ext cx="114150" cy="114196"/>
              <a:chOff x="-685100" y="4136737"/>
              <a:chExt cx="38359" cy="38359"/>
            </a:xfrm>
          </p:grpSpPr>
          <p:sp>
            <p:nvSpPr>
              <p:cNvPr id="357" name="Google Shape;357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59" name="Google Shape;359;p25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0" name="Google Shape;360;p25"/>
          <p:cNvSpPr txBox="1"/>
          <p:nvPr>
            <p:ph type="body" idx="1"/>
          </p:nvPr>
        </p:nvSpPr>
        <p:spPr>
          <a:xfrm>
            <a:off x="720000" y="1139546"/>
            <a:ext cx="3842400" cy="3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25"/>
          <p:cNvSpPr txBox="1"/>
          <p:nvPr>
            <p:ph type="body" idx="2"/>
          </p:nvPr>
        </p:nvSpPr>
        <p:spPr>
          <a:xfrm>
            <a:off x="4588375" y="1139546"/>
            <a:ext cx="3842400" cy="3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26"/>
          <p:cNvGrpSpPr/>
          <p:nvPr/>
        </p:nvGrpSpPr>
        <p:grpSpPr>
          <a:xfrm>
            <a:off x="-209010" y="539498"/>
            <a:ext cx="9154058" cy="4421204"/>
            <a:chOff x="-209010" y="539498"/>
            <a:chExt cx="9154058" cy="4421204"/>
          </a:xfrm>
        </p:grpSpPr>
        <p:sp>
          <p:nvSpPr>
            <p:cNvPr id="364" name="Google Shape;364;p26"/>
            <p:cNvSpPr/>
            <p:nvPr/>
          </p:nvSpPr>
          <p:spPr>
            <a:xfrm>
              <a:off x="137152" y="97810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65" name="Google Shape;365;p26"/>
            <p:cNvGrpSpPr/>
            <p:nvPr/>
          </p:nvGrpSpPr>
          <p:grpSpPr>
            <a:xfrm>
              <a:off x="442090" y="539498"/>
              <a:ext cx="114150" cy="114196"/>
              <a:chOff x="-685100" y="4136737"/>
              <a:chExt cx="38359" cy="38359"/>
            </a:xfrm>
          </p:grpSpPr>
          <p:sp>
            <p:nvSpPr>
              <p:cNvPr id="366" name="Google Shape;366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68" name="Google Shape;368;p26"/>
            <p:cNvSpPr/>
            <p:nvPr/>
          </p:nvSpPr>
          <p:spPr>
            <a:xfrm>
              <a:off x="-209010" y="6537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8111350" y="4861351"/>
              <a:ext cx="105074" cy="99351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8525915" y="49340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8548850" y="450465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72" name="Google Shape;372;p26"/>
            <p:cNvGrpSpPr/>
            <p:nvPr/>
          </p:nvGrpSpPr>
          <p:grpSpPr>
            <a:xfrm>
              <a:off x="8807965" y="4028023"/>
              <a:ext cx="114162" cy="114196"/>
              <a:chOff x="-731163" y="4510964"/>
              <a:chExt cx="38363" cy="38359"/>
            </a:xfrm>
          </p:grpSpPr>
          <p:sp>
            <p:nvSpPr>
              <p:cNvPr id="373" name="Google Shape;373;p26"/>
              <p:cNvSpPr/>
              <p:nvPr/>
            </p:nvSpPr>
            <p:spPr>
              <a:xfrm>
                <a:off x="-731163" y="4510964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-731159" y="4510964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75" name="Google Shape;375;p26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26"/>
          <p:cNvSpPr txBox="1"/>
          <p:nvPr>
            <p:ph type="subTitle" idx="1"/>
          </p:nvPr>
        </p:nvSpPr>
        <p:spPr>
          <a:xfrm>
            <a:off x="719988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6"/>
          <p:cNvSpPr txBox="1"/>
          <p:nvPr>
            <p:ph type="subTitle" idx="2"/>
          </p:nvPr>
        </p:nvSpPr>
        <p:spPr>
          <a:xfrm>
            <a:off x="3309720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6"/>
          <p:cNvSpPr txBox="1"/>
          <p:nvPr>
            <p:ph type="subTitle" idx="3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6"/>
          <p:cNvSpPr txBox="1"/>
          <p:nvPr>
            <p:ph type="subTitle" idx="4"/>
          </p:nvPr>
        </p:nvSpPr>
        <p:spPr>
          <a:xfrm>
            <a:off x="719988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380" name="Google Shape;380;p26"/>
          <p:cNvSpPr txBox="1"/>
          <p:nvPr>
            <p:ph type="subTitle" idx="5"/>
          </p:nvPr>
        </p:nvSpPr>
        <p:spPr>
          <a:xfrm>
            <a:off x="3309720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381" name="Google Shape;381;p26"/>
          <p:cNvSpPr txBox="1"/>
          <p:nvPr>
            <p:ph type="subTitle" idx="6"/>
          </p:nvPr>
        </p:nvSpPr>
        <p:spPr>
          <a:xfrm>
            <a:off x="5899452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7"/>
          <p:cNvGrpSpPr/>
          <p:nvPr/>
        </p:nvGrpSpPr>
        <p:grpSpPr>
          <a:xfrm>
            <a:off x="275053" y="951391"/>
            <a:ext cx="8693790" cy="4046252"/>
            <a:chOff x="275053" y="951391"/>
            <a:chExt cx="8693790" cy="4046252"/>
          </a:xfrm>
        </p:grpSpPr>
        <p:grpSp>
          <p:nvGrpSpPr>
            <p:cNvPr id="384" name="Google Shape;384;p27"/>
            <p:cNvGrpSpPr/>
            <p:nvPr/>
          </p:nvGrpSpPr>
          <p:grpSpPr>
            <a:xfrm>
              <a:off x="1229490" y="4883448"/>
              <a:ext cx="114150" cy="114196"/>
              <a:chOff x="-685100" y="4136737"/>
              <a:chExt cx="38359" cy="38359"/>
            </a:xfrm>
          </p:grpSpPr>
          <p:sp>
            <p:nvSpPr>
              <p:cNvPr id="385" name="Google Shape;385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87" name="Google Shape;387;p27"/>
            <p:cNvSpPr/>
            <p:nvPr/>
          </p:nvSpPr>
          <p:spPr>
            <a:xfrm>
              <a:off x="275053" y="4893276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308927" y="4422021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8669860" y="9513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8355790" y="210272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8869687" y="171707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2" name="Google Shape;392;p27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27"/>
          <p:cNvSpPr txBox="1"/>
          <p:nvPr>
            <p:ph type="subTitle" idx="1"/>
          </p:nvPr>
        </p:nvSpPr>
        <p:spPr>
          <a:xfrm>
            <a:off x="3541873" y="2216424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7"/>
          <p:cNvSpPr txBox="1"/>
          <p:nvPr>
            <p:ph type="subTitle" idx="2"/>
          </p:nvPr>
        </p:nvSpPr>
        <p:spPr>
          <a:xfrm>
            <a:off x="6008700" y="2216424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27"/>
          <p:cNvSpPr txBox="1"/>
          <p:nvPr>
            <p:ph type="subTitle" idx="3"/>
          </p:nvPr>
        </p:nvSpPr>
        <p:spPr>
          <a:xfrm>
            <a:off x="3541873" y="394566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27"/>
          <p:cNvSpPr txBox="1"/>
          <p:nvPr>
            <p:ph type="subTitle" idx="4"/>
          </p:nvPr>
        </p:nvSpPr>
        <p:spPr>
          <a:xfrm>
            <a:off x="6008700" y="394566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7"/>
          <p:cNvSpPr txBox="1"/>
          <p:nvPr>
            <p:ph type="subTitle" idx="5"/>
          </p:nvPr>
        </p:nvSpPr>
        <p:spPr>
          <a:xfrm>
            <a:off x="3541873" y="1863224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398" name="Google Shape;398;p27"/>
          <p:cNvSpPr txBox="1"/>
          <p:nvPr>
            <p:ph type="subTitle" idx="6"/>
          </p:nvPr>
        </p:nvSpPr>
        <p:spPr>
          <a:xfrm>
            <a:off x="3541873" y="3597351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399" name="Google Shape;399;p27"/>
          <p:cNvSpPr txBox="1"/>
          <p:nvPr>
            <p:ph type="subTitle" idx="7"/>
          </p:nvPr>
        </p:nvSpPr>
        <p:spPr>
          <a:xfrm>
            <a:off x="6008700" y="1863224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00" name="Google Shape;400;p27"/>
          <p:cNvSpPr txBox="1"/>
          <p:nvPr>
            <p:ph type="subTitle" idx="8"/>
          </p:nvPr>
        </p:nvSpPr>
        <p:spPr>
          <a:xfrm>
            <a:off x="6008700" y="3597351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5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8"/>
          <p:cNvGrpSpPr/>
          <p:nvPr/>
        </p:nvGrpSpPr>
        <p:grpSpPr>
          <a:xfrm>
            <a:off x="207460" y="251575"/>
            <a:ext cx="8800893" cy="3650575"/>
            <a:chOff x="207460" y="251575"/>
            <a:chExt cx="8800893" cy="3650575"/>
          </a:xfrm>
        </p:grpSpPr>
        <p:sp>
          <p:nvSpPr>
            <p:cNvPr id="403" name="Google Shape;403;p28"/>
            <p:cNvSpPr/>
            <p:nvPr/>
          </p:nvSpPr>
          <p:spPr>
            <a:xfrm>
              <a:off x="207460" y="3671816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584537" y="380280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312515" y="33148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06" name="Google Shape;406;p28"/>
            <p:cNvGrpSpPr/>
            <p:nvPr/>
          </p:nvGrpSpPr>
          <p:grpSpPr>
            <a:xfrm>
              <a:off x="8658990" y="797848"/>
              <a:ext cx="114150" cy="114196"/>
              <a:chOff x="-685100" y="4136737"/>
              <a:chExt cx="38359" cy="38359"/>
            </a:xfrm>
          </p:grpSpPr>
          <p:sp>
            <p:nvSpPr>
              <p:cNvPr id="407" name="Google Shape;407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8" name="Google Shape;408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09" name="Google Shape;409;p28"/>
            <p:cNvSpPr/>
            <p:nvPr/>
          </p:nvSpPr>
          <p:spPr>
            <a:xfrm>
              <a:off x="8423990" y="1288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8843127" y="16594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7912110" y="30673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8666500" y="25157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13" name="Google Shape;413;p28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type="subTitle" idx="1"/>
          </p:nvPr>
        </p:nvSpPr>
        <p:spPr>
          <a:xfrm>
            <a:off x="3800229" y="1338720"/>
            <a:ext cx="36828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8"/>
          <p:cNvSpPr txBox="1"/>
          <p:nvPr>
            <p:ph type="subTitle" idx="2"/>
          </p:nvPr>
        </p:nvSpPr>
        <p:spPr>
          <a:xfrm>
            <a:off x="4031385" y="2045294"/>
            <a:ext cx="3682800" cy="44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28"/>
          <p:cNvSpPr txBox="1"/>
          <p:nvPr>
            <p:ph type="subTitle" idx="3"/>
          </p:nvPr>
        </p:nvSpPr>
        <p:spPr>
          <a:xfrm>
            <a:off x="4493696" y="3452441"/>
            <a:ext cx="3682800" cy="44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28"/>
          <p:cNvSpPr txBox="1"/>
          <p:nvPr>
            <p:ph type="subTitle" idx="4"/>
          </p:nvPr>
        </p:nvSpPr>
        <p:spPr>
          <a:xfrm>
            <a:off x="4724852" y="4159014"/>
            <a:ext cx="3682800" cy="44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8"/>
          <p:cNvSpPr txBox="1"/>
          <p:nvPr>
            <p:ph type="subTitle" idx="5"/>
          </p:nvPr>
        </p:nvSpPr>
        <p:spPr>
          <a:xfrm>
            <a:off x="1182137" y="1338720"/>
            <a:ext cx="26370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19" name="Google Shape;419;p28"/>
          <p:cNvSpPr txBox="1"/>
          <p:nvPr>
            <p:ph type="subTitle" idx="6"/>
          </p:nvPr>
        </p:nvSpPr>
        <p:spPr>
          <a:xfrm>
            <a:off x="1875606" y="3453941"/>
            <a:ext cx="2637000" cy="44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20" name="Google Shape;420;p28"/>
          <p:cNvSpPr txBox="1"/>
          <p:nvPr>
            <p:ph type="subTitle" idx="7"/>
          </p:nvPr>
        </p:nvSpPr>
        <p:spPr>
          <a:xfrm>
            <a:off x="1413293" y="2043794"/>
            <a:ext cx="26370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21" name="Google Shape;421;p28"/>
          <p:cNvSpPr txBox="1"/>
          <p:nvPr>
            <p:ph type="subTitle" idx="8"/>
          </p:nvPr>
        </p:nvSpPr>
        <p:spPr>
          <a:xfrm>
            <a:off x="2106762" y="4159014"/>
            <a:ext cx="2637000" cy="44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22" name="Google Shape;422;p28"/>
          <p:cNvSpPr txBox="1"/>
          <p:nvPr>
            <p:ph type="subTitle" idx="9"/>
          </p:nvPr>
        </p:nvSpPr>
        <p:spPr>
          <a:xfrm>
            <a:off x="4262540" y="2748867"/>
            <a:ext cx="3682800" cy="44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28"/>
          <p:cNvSpPr txBox="1"/>
          <p:nvPr>
            <p:ph type="subTitle" idx="13"/>
          </p:nvPr>
        </p:nvSpPr>
        <p:spPr>
          <a:xfrm>
            <a:off x="1644449" y="2748867"/>
            <a:ext cx="2637000" cy="44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grpSp>
        <p:nvGrpSpPr>
          <p:cNvPr id="424" name="Google Shape;424;p28"/>
          <p:cNvGrpSpPr/>
          <p:nvPr/>
        </p:nvGrpSpPr>
        <p:grpSpPr>
          <a:xfrm flipH="1">
            <a:off x="106968" y="4387842"/>
            <a:ext cx="1306324" cy="1150724"/>
            <a:chOff x="148148" y="2447899"/>
            <a:chExt cx="2423606" cy="2134924"/>
          </a:xfrm>
        </p:grpSpPr>
        <p:grpSp>
          <p:nvGrpSpPr>
            <p:cNvPr id="425" name="Google Shape;425;p28"/>
            <p:cNvGrpSpPr/>
            <p:nvPr/>
          </p:nvGrpSpPr>
          <p:grpSpPr>
            <a:xfrm>
              <a:off x="148148" y="2447899"/>
              <a:ext cx="2423606" cy="2134924"/>
              <a:chOff x="148148" y="2447899"/>
              <a:chExt cx="2423606" cy="2134924"/>
            </a:xfrm>
          </p:grpSpPr>
          <p:sp>
            <p:nvSpPr>
              <p:cNvPr id="426" name="Google Shape;426;p28"/>
              <p:cNvSpPr/>
              <p:nvPr/>
            </p:nvSpPr>
            <p:spPr>
              <a:xfrm>
                <a:off x="148148" y="3381675"/>
                <a:ext cx="2423606" cy="128025"/>
              </a:xfrm>
              <a:custGeom>
                <a:avLst/>
                <a:gdLst/>
                <a:ahLst/>
                <a:cxnLst/>
                <a:rect l="l" t="t" r="r" b="b"/>
                <a:pathLst>
                  <a:path w="7260" h="273" extrusionOk="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>
                <a:off x="1285375" y="3509237"/>
                <a:ext cx="149137" cy="1073586"/>
              </a:xfrm>
              <a:custGeom>
                <a:avLst/>
                <a:gdLst/>
                <a:ahLst/>
                <a:cxnLst/>
                <a:rect l="l" t="t" r="r" b="b"/>
                <a:pathLst>
                  <a:path w="318" h="4847" extrusionOk="0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>
                <a:off x="407967" y="3311322"/>
                <a:ext cx="660352" cy="70817"/>
              </a:xfrm>
              <a:custGeom>
                <a:avLst/>
                <a:gdLst/>
                <a:ahLst/>
                <a:cxnLst/>
                <a:rect l="l" t="t" r="r" b="b"/>
                <a:pathLst>
                  <a:path w="1408" h="151" extrusionOk="0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1044396" y="2447899"/>
                <a:ext cx="1416380" cy="934223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1992" extrusionOk="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30" name="Google Shape;430;p28"/>
            <p:cNvSpPr/>
            <p:nvPr/>
          </p:nvSpPr>
          <p:spPr>
            <a:xfrm>
              <a:off x="1682232" y="2818406"/>
              <a:ext cx="269675" cy="202603"/>
            </a:xfrm>
            <a:custGeom>
              <a:avLst/>
              <a:gdLst/>
              <a:ahLst/>
              <a:cxnLst/>
              <a:rect l="l" t="t" r="r" b="b"/>
              <a:pathLst>
                <a:path w="575" h="432" extrusionOk="0">
                  <a:moveTo>
                    <a:pt x="216" y="1"/>
                  </a:moveTo>
                  <a:cubicBezTo>
                    <a:pt x="136" y="1"/>
                    <a:pt x="57" y="66"/>
                    <a:pt x="36" y="145"/>
                  </a:cubicBezTo>
                  <a:cubicBezTo>
                    <a:pt x="21" y="180"/>
                    <a:pt x="0" y="266"/>
                    <a:pt x="150" y="382"/>
                  </a:cubicBezTo>
                  <a:lnTo>
                    <a:pt x="216" y="432"/>
                  </a:lnTo>
                  <a:lnTo>
                    <a:pt x="309" y="382"/>
                  </a:lnTo>
                  <a:cubicBezTo>
                    <a:pt x="525" y="266"/>
                    <a:pt x="545" y="180"/>
                    <a:pt x="554" y="145"/>
                  </a:cubicBezTo>
                  <a:cubicBezTo>
                    <a:pt x="575" y="66"/>
                    <a:pt x="531" y="1"/>
                    <a:pt x="452" y="1"/>
                  </a:cubicBezTo>
                  <a:cubicBezTo>
                    <a:pt x="402" y="1"/>
                    <a:pt x="352" y="30"/>
                    <a:pt x="316" y="66"/>
                  </a:cubicBezTo>
                  <a:cubicBezTo>
                    <a:pt x="302" y="30"/>
                    <a:pt x="266" y="1"/>
                    <a:pt x="216" y="1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9"/>
          <p:cNvGrpSpPr/>
          <p:nvPr/>
        </p:nvGrpSpPr>
        <p:grpSpPr>
          <a:xfrm>
            <a:off x="175390" y="203379"/>
            <a:ext cx="8745108" cy="4810007"/>
            <a:chOff x="175390" y="203379"/>
            <a:chExt cx="8745108" cy="4810007"/>
          </a:xfrm>
        </p:grpSpPr>
        <p:grpSp>
          <p:nvGrpSpPr>
            <p:cNvPr id="433" name="Google Shape;433;p29"/>
            <p:cNvGrpSpPr/>
            <p:nvPr/>
          </p:nvGrpSpPr>
          <p:grpSpPr>
            <a:xfrm>
              <a:off x="175390" y="707848"/>
              <a:ext cx="114150" cy="114196"/>
              <a:chOff x="-685100" y="4136737"/>
              <a:chExt cx="38359" cy="38359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36" name="Google Shape;436;p29"/>
            <p:cNvSpPr/>
            <p:nvPr/>
          </p:nvSpPr>
          <p:spPr>
            <a:xfrm>
              <a:off x="503653" y="3121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178552" y="2033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7799935" y="49126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8501387" y="481325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8501365" y="43371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41" name="Google Shape;441;p29"/>
            <p:cNvGrpSpPr/>
            <p:nvPr/>
          </p:nvGrpSpPr>
          <p:grpSpPr>
            <a:xfrm>
              <a:off x="8806340" y="3908248"/>
              <a:ext cx="114150" cy="114196"/>
              <a:chOff x="-685100" y="4136737"/>
              <a:chExt cx="38359" cy="38359"/>
            </a:xfrm>
          </p:grpSpPr>
          <p:sp>
            <p:nvSpPr>
              <p:cNvPr id="442" name="Google Shape;442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3" name="Google Shape;443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44" name="Google Shape;444;p29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29"/>
          <p:cNvSpPr txBox="1"/>
          <p:nvPr>
            <p:ph type="subTitle" idx="1"/>
          </p:nvPr>
        </p:nvSpPr>
        <p:spPr>
          <a:xfrm>
            <a:off x="796187" y="200837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9"/>
          <p:cNvSpPr txBox="1"/>
          <p:nvPr>
            <p:ph type="subTitle" idx="2"/>
          </p:nvPr>
        </p:nvSpPr>
        <p:spPr>
          <a:xfrm>
            <a:off x="3467395" y="200837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9"/>
          <p:cNvSpPr txBox="1"/>
          <p:nvPr>
            <p:ph type="subTitle" idx="3"/>
          </p:nvPr>
        </p:nvSpPr>
        <p:spPr>
          <a:xfrm>
            <a:off x="796187" y="350527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29"/>
          <p:cNvSpPr txBox="1"/>
          <p:nvPr>
            <p:ph type="subTitle" idx="4"/>
          </p:nvPr>
        </p:nvSpPr>
        <p:spPr>
          <a:xfrm>
            <a:off x="3467395" y="350527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29"/>
          <p:cNvSpPr txBox="1"/>
          <p:nvPr>
            <p:ph type="subTitle" idx="5"/>
          </p:nvPr>
        </p:nvSpPr>
        <p:spPr>
          <a:xfrm>
            <a:off x="6138603" y="200837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29"/>
          <p:cNvSpPr txBox="1"/>
          <p:nvPr>
            <p:ph type="subTitle" idx="6"/>
          </p:nvPr>
        </p:nvSpPr>
        <p:spPr>
          <a:xfrm>
            <a:off x="6138603" y="350527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29"/>
          <p:cNvSpPr txBox="1"/>
          <p:nvPr>
            <p:ph type="subTitle" idx="7"/>
          </p:nvPr>
        </p:nvSpPr>
        <p:spPr>
          <a:xfrm>
            <a:off x="796187" y="167565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52" name="Google Shape;452;p29"/>
          <p:cNvSpPr txBox="1"/>
          <p:nvPr>
            <p:ph type="subTitle" idx="8"/>
          </p:nvPr>
        </p:nvSpPr>
        <p:spPr>
          <a:xfrm>
            <a:off x="3467395" y="167565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53" name="Google Shape;453;p29"/>
          <p:cNvSpPr txBox="1"/>
          <p:nvPr>
            <p:ph type="subTitle" idx="9"/>
          </p:nvPr>
        </p:nvSpPr>
        <p:spPr>
          <a:xfrm>
            <a:off x="6138603" y="167565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54" name="Google Shape;454;p29"/>
          <p:cNvSpPr txBox="1"/>
          <p:nvPr>
            <p:ph type="subTitle" idx="13"/>
          </p:nvPr>
        </p:nvSpPr>
        <p:spPr>
          <a:xfrm>
            <a:off x="796187" y="3172526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55" name="Google Shape;455;p29"/>
          <p:cNvSpPr txBox="1"/>
          <p:nvPr>
            <p:ph type="subTitle" idx="14"/>
          </p:nvPr>
        </p:nvSpPr>
        <p:spPr>
          <a:xfrm>
            <a:off x="3467395" y="3172526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56" name="Google Shape;456;p29"/>
          <p:cNvSpPr txBox="1"/>
          <p:nvPr>
            <p:ph type="subTitle" idx="15"/>
          </p:nvPr>
        </p:nvSpPr>
        <p:spPr>
          <a:xfrm>
            <a:off x="6138603" y="3172526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30"/>
          <p:cNvGrpSpPr/>
          <p:nvPr/>
        </p:nvGrpSpPr>
        <p:grpSpPr>
          <a:xfrm>
            <a:off x="280040" y="1746073"/>
            <a:ext cx="8555408" cy="3092516"/>
            <a:chOff x="280040" y="1746073"/>
            <a:chExt cx="8555408" cy="3092516"/>
          </a:xfrm>
        </p:grpSpPr>
        <p:sp>
          <p:nvSpPr>
            <p:cNvPr id="459" name="Google Shape;459;p30"/>
            <p:cNvSpPr/>
            <p:nvPr/>
          </p:nvSpPr>
          <p:spPr>
            <a:xfrm>
              <a:off x="356252" y="41261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1130935" y="47392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280040" y="35148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8416315" y="24482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63" name="Google Shape;463;p30"/>
            <p:cNvGrpSpPr/>
            <p:nvPr/>
          </p:nvGrpSpPr>
          <p:grpSpPr>
            <a:xfrm>
              <a:off x="8683040" y="1746073"/>
              <a:ext cx="114150" cy="114196"/>
              <a:chOff x="-685100" y="4136737"/>
              <a:chExt cx="38359" cy="38359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66" name="Google Shape;466;p30"/>
            <p:cNvSpPr/>
            <p:nvPr/>
          </p:nvSpPr>
          <p:spPr>
            <a:xfrm>
              <a:off x="2026190" y="477567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67" name="Google Shape;467;p30"/>
          <p:cNvSpPr txBox="1"/>
          <p:nvPr>
            <p:ph type="title" hasCustomPrompt="1"/>
          </p:nvPr>
        </p:nvSpPr>
        <p:spPr>
          <a:xfrm>
            <a:off x="713225" y="652725"/>
            <a:ext cx="4094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30"/>
          <p:cNvSpPr txBox="1"/>
          <p:nvPr>
            <p:ph type="subTitle" idx="1"/>
          </p:nvPr>
        </p:nvSpPr>
        <p:spPr>
          <a:xfrm>
            <a:off x="713225" y="1341650"/>
            <a:ext cx="40947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30"/>
          <p:cNvSpPr txBox="1"/>
          <p:nvPr>
            <p:ph type="title" idx="2" hasCustomPrompt="1"/>
          </p:nvPr>
        </p:nvSpPr>
        <p:spPr>
          <a:xfrm>
            <a:off x="2524650" y="2004988"/>
            <a:ext cx="4094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0" name="Google Shape;470;p30"/>
          <p:cNvSpPr txBox="1"/>
          <p:nvPr>
            <p:ph type="subTitle" idx="3"/>
          </p:nvPr>
        </p:nvSpPr>
        <p:spPr>
          <a:xfrm>
            <a:off x="2524650" y="2693912"/>
            <a:ext cx="40947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1" name="Google Shape;471;p30"/>
          <p:cNvSpPr txBox="1"/>
          <p:nvPr>
            <p:ph type="title" idx="4" hasCustomPrompt="1"/>
          </p:nvPr>
        </p:nvSpPr>
        <p:spPr>
          <a:xfrm>
            <a:off x="4336075" y="3357251"/>
            <a:ext cx="4094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2" name="Google Shape;472;p30"/>
          <p:cNvSpPr txBox="1"/>
          <p:nvPr>
            <p:ph type="subTitle" idx="5"/>
          </p:nvPr>
        </p:nvSpPr>
        <p:spPr>
          <a:xfrm>
            <a:off x="4336075" y="4046175"/>
            <a:ext cx="40947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86" name="Google Shape;486;p31"/>
          <p:cNvSpPr txBox="1"/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/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8" name="Google Shape;488;p31"/>
          <p:cNvSpPr txBox="1"/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9" name="Google Shape;489;p31"/>
          <p:cNvSpPr txBox="1"/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/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31"/>
          <p:cNvSpPr txBox="1"/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2" name="Google Shape;492;p31"/>
          <p:cNvSpPr txBox="1"/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/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4" name="Google Shape;494;p31"/>
          <p:cNvSpPr txBox="1"/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5" name="Google Shape;495;p31"/>
          <p:cNvSpPr txBox="1"/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32"/>
          <p:cNvGrpSpPr/>
          <p:nvPr/>
        </p:nvGrpSpPr>
        <p:grpSpPr>
          <a:xfrm>
            <a:off x="252712" y="1215225"/>
            <a:ext cx="8588261" cy="3771088"/>
            <a:chOff x="252712" y="1215225"/>
            <a:chExt cx="8588261" cy="3771088"/>
          </a:xfrm>
        </p:grpSpPr>
        <p:sp>
          <p:nvSpPr>
            <p:cNvPr id="498" name="Google Shape;498;p32"/>
            <p:cNvSpPr/>
            <p:nvPr/>
          </p:nvSpPr>
          <p:spPr>
            <a:xfrm>
              <a:off x="252712" y="43755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351885" y="4886966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577090" y="47071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8735910" y="17648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8421840" y="25584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8581837" y="12152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04" name="Google Shape;504;p32"/>
          <p:cNvSpPr txBox="1"/>
          <p:nvPr>
            <p:ph type="title"/>
          </p:nvPr>
        </p:nvSpPr>
        <p:spPr>
          <a:xfrm>
            <a:off x="713254" y="596213"/>
            <a:ext cx="36402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5" name="Google Shape;505;p32"/>
          <p:cNvSpPr txBox="1"/>
          <p:nvPr>
            <p:ph type="subTitle" idx="1"/>
          </p:nvPr>
        </p:nvSpPr>
        <p:spPr>
          <a:xfrm>
            <a:off x="713225" y="1605150"/>
            <a:ext cx="3640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32"/>
          <p:cNvSpPr txBox="1"/>
          <p:nvPr/>
        </p:nvSpPr>
        <p:spPr>
          <a:xfrm>
            <a:off x="713250" y="3415425"/>
            <a:ext cx="36402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-GB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lang="en-GB" sz="12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-GB" sz="12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-GB" sz="12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4"/>
              </a:rPr>
              <a:t>Freepik</a:t>
            </a:r>
            <a:r>
              <a:rPr lang="en-GB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200" b="1" u="sng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5.xml"/><Relationship Id="rId7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 txBox="1"/>
          <p:nvPr>
            <p:ph type="ctrTitle"/>
          </p:nvPr>
        </p:nvSpPr>
        <p:spPr>
          <a:xfrm>
            <a:off x="713225" y="889825"/>
            <a:ext cx="4945200" cy="18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Capsule</a:t>
            </a:r>
            <a:br>
              <a:rPr lang="en-US" altLang="en-GB"/>
            </a:br>
            <a:r>
              <a:rPr lang="en-US" altLang="en-US" sz="1800"/>
              <a:t>Academic Material Sharing Platform</a:t>
            </a:r>
            <a:endParaRPr lang="en-US" altLang="en-US" sz="1800"/>
          </a:p>
        </p:txBody>
      </p:sp>
      <p:grpSp>
        <p:nvGrpSpPr>
          <p:cNvPr id="548" name="Google Shape;548;p38"/>
          <p:cNvGrpSpPr/>
          <p:nvPr/>
        </p:nvGrpSpPr>
        <p:grpSpPr>
          <a:xfrm>
            <a:off x="3175595" y="-4299"/>
            <a:ext cx="5968255" cy="4713916"/>
            <a:chOff x="3175595" y="-4299"/>
            <a:chExt cx="5968255" cy="4713916"/>
          </a:xfrm>
        </p:grpSpPr>
        <p:grpSp>
          <p:nvGrpSpPr>
            <p:cNvPr id="549" name="Google Shape;549;p38"/>
            <p:cNvGrpSpPr/>
            <p:nvPr/>
          </p:nvGrpSpPr>
          <p:grpSpPr>
            <a:xfrm>
              <a:off x="3175595" y="-4299"/>
              <a:ext cx="5968255" cy="4713916"/>
              <a:chOff x="3175595" y="-4299"/>
              <a:chExt cx="5968255" cy="4713916"/>
            </a:xfrm>
          </p:grpSpPr>
          <p:grpSp>
            <p:nvGrpSpPr>
              <p:cNvPr id="550" name="Google Shape;550;p38"/>
              <p:cNvGrpSpPr/>
              <p:nvPr/>
            </p:nvGrpSpPr>
            <p:grpSpPr>
              <a:xfrm>
                <a:off x="7559999" y="-4299"/>
                <a:ext cx="1025403" cy="1619847"/>
                <a:chOff x="7547137" y="-96399"/>
                <a:chExt cx="1025403" cy="1619847"/>
              </a:xfrm>
            </p:grpSpPr>
            <p:sp>
              <p:nvSpPr>
                <p:cNvPr id="551" name="Google Shape;551;p38"/>
                <p:cNvSpPr/>
                <p:nvPr/>
              </p:nvSpPr>
              <p:spPr>
                <a:xfrm>
                  <a:off x="7927084" y="1320968"/>
                  <a:ext cx="265858" cy="104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296" extrusionOk="0">
                      <a:moveTo>
                        <a:pt x="0" y="0"/>
                      </a:moveTo>
                      <a:cubicBezTo>
                        <a:pt x="43" y="173"/>
                        <a:pt x="193" y="295"/>
                        <a:pt x="373" y="295"/>
                      </a:cubicBezTo>
                      <a:cubicBezTo>
                        <a:pt x="561" y="295"/>
                        <a:pt x="711" y="173"/>
                        <a:pt x="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52" name="Google Shape;552;p38"/>
                <p:cNvSpPr/>
                <p:nvPr/>
              </p:nvSpPr>
              <p:spPr>
                <a:xfrm>
                  <a:off x="8058076" y="1472740"/>
                  <a:ext cx="352" cy="5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44" fill="none" extrusionOk="0">
                      <a:moveTo>
                        <a:pt x="1" y="0"/>
                      </a:moveTo>
                      <a:lnTo>
                        <a:pt x="1" y="144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53" name="Google Shape;553;p38"/>
                <p:cNvSpPr/>
                <p:nvPr/>
              </p:nvSpPr>
              <p:spPr>
                <a:xfrm>
                  <a:off x="8151742" y="1447034"/>
                  <a:ext cx="25705" cy="46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131" fill="none" extrusionOk="0">
                      <a:moveTo>
                        <a:pt x="0" y="1"/>
                      </a:moveTo>
                      <a:lnTo>
                        <a:pt x="73" y="13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54" name="Google Shape;554;p38"/>
                <p:cNvSpPr/>
                <p:nvPr/>
              </p:nvSpPr>
              <p:spPr>
                <a:xfrm>
                  <a:off x="8217943" y="1381536"/>
                  <a:ext cx="45777" cy="26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74" fill="none" extrusionOk="0">
                      <a:moveTo>
                        <a:pt x="0" y="1"/>
                      </a:moveTo>
                      <a:lnTo>
                        <a:pt x="130" y="73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55" name="Google Shape;555;p38"/>
                <p:cNvSpPr/>
                <p:nvPr/>
              </p:nvSpPr>
              <p:spPr>
                <a:xfrm>
                  <a:off x="7855954" y="1381536"/>
                  <a:ext cx="43312" cy="26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74" fill="none" extrusionOk="0">
                      <a:moveTo>
                        <a:pt x="123" y="1"/>
                      </a:moveTo>
                      <a:lnTo>
                        <a:pt x="0" y="73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56" name="Google Shape;556;p38"/>
                <p:cNvSpPr/>
                <p:nvPr/>
              </p:nvSpPr>
              <p:spPr>
                <a:xfrm>
                  <a:off x="7942226" y="1447034"/>
                  <a:ext cx="25353" cy="46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131" fill="none" extrusionOk="0">
                      <a:moveTo>
                        <a:pt x="71" y="1"/>
                      </a:moveTo>
                      <a:lnTo>
                        <a:pt x="0" y="13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57" name="Google Shape;557;p38"/>
                <p:cNvSpPr/>
                <p:nvPr/>
              </p:nvSpPr>
              <p:spPr>
                <a:xfrm>
                  <a:off x="8058076" y="-96399"/>
                  <a:ext cx="352" cy="106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034" fill="none" extrusionOk="0">
                      <a:moveTo>
                        <a:pt x="1" y="0"/>
                      </a:moveTo>
                      <a:lnTo>
                        <a:pt x="1" y="3033"/>
                      </a:lnTo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58" name="Google Shape;558;p38"/>
                <p:cNvSpPr/>
                <p:nvPr/>
              </p:nvSpPr>
              <p:spPr>
                <a:xfrm>
                  <a:off x="7547137" y="971644"/>
                  <a:ext cx="1025403" cy="34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2" h="993" extrusionOk="0">
                      <a:moveTo>
                        <a:pt x="1452" y="0"/>
                      </a:moveTo>
                      <a:cubicBezTo>
                        <a:pt x="1329" y="0"/>
                        <a:pt x="1209" y="36"/>
                        <a:pt x="1122" y="100"/>
                      </a:cubicBezTo>
                      <a:lnTo>
                        <a:pt x="180" y="754"/>
                      </a:lnTo>
                      <a:cubicBezTo>
                        <a:pt x="1" y="883"/>
                        <a:pt x="29" y="992"/>
                        <a:pt x="260" y="992"/>
                      </a:cubicBezTo>
                      <a:lnTo>
                        <a:pt x="2652" y="992"/>
                      </a:lnTo>
                      <a:cubicBezTo>
                        <a:pt x="2882" y="992"/>
                        <a:pt x="2911" y="883"/>
                        <a:pt x="2725" y="754"/>
                      </a:cubicBezTo>
                      <a:lnTo>
                        <a:pt x="1790" y="100"/>
                      </a:lnTo>
                      <a:cubicBezTo>
                        <a:pt x="1697" y="36"/>
                        <a:pt x="1574" y="0"/>
                        <a:pt x="14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559" name="Google Shape;559;p38"/>
              <p:cNvGrpSpPr/>
              <p:nvPr/>
            </p:nvGrpSpPr>
            <p:grpSpPr>
              <a:xfrm>
                <a:off x="3175595" y="2066775"/>
                <a:ext cx="5968255" cy="2642842"/>
                <a:chOff x="3175595" y="2066775"/>
                <a:chExt cx="5968255" cy="2642842"/>
              </a:xfrm>
            </p:grpSpPr>
            <p:sp>
              <p:nvSpPr>
                <p:cNvPr id="560" name="Google Shape;560;p38"/>
                <p:cNvSpPr/>
                <p:nvPr/>
              </p:nvSpPr>
              <p:spPr>
                <a:xfrm>
                  <a:off x="3175595" y="4583317"/>
                  <a:ext cx="5968255" cy="1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9" h="1" fill="none" extrusionOk="0">
                      <a:moveTo>
                        <a:pt x="606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1" name="Google Shape;561;p38"/>
                <p:cNvSpPr/>
                <p:nvPr/>
              </p:nvSpPr>
              <p:spPr>
                <a:xfrm>
                  <a:off x="5407500" y="4295652"/>
                  <a:ext cx="43842" cy="4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169" extrusionOk="0">
                      <a:moveTo>
                        <a:pt x="96" y="1"/>
                      </a:moveTo>
                      <a:cubicBezTo>
                        <a:pt x="23" y="1"/>
                        <a:pt x="0" y="39"/>
                        <a:pt x="0" y="39"/>
                      </a:cubicBezTo>
                      <a:cubicBezTo>
                        <a:pt x="7" y="60"/>
                        <a:pt x="14" y="103"/>
                        <a:pt x="14" y="169"/>
                      </a:cubicBezTo>
                      <a:cubicBezTo>
                        <a:pt x="14" y="169"/>
                        <a:pt x="34" y="103"/>
                        <a:pt x="129" y="103"/>
                      </a:cubicBezTo>
                      <a:cubicBezTo>
                        <a:pt x="134" y="103"/>
                        <a:pt x="138" y="103"/>
                        <a:pt x="143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3" y="3"/>
                        <a:pt x="136" y="3"/>
                        <a:pt x="130" y="3"/>
                      </a:cubicBezTo>
                      <a:cubicBezTo>
                        <a:pt x="117" y="1"/>
                        <a:pt x="106" y="1"/>
                        <a:pt x="9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2" name="Google Shape;562;p38"/>
                <p:cNvSpPr/>
                <p:nvPr/>
              </p:nvSpPr>
              <p:spPr>
                <a:xfrm>
                  <a:off x="5473791" y="4301727"/>
                  <a:ext cx="26939" cy="27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03" extrusionOk="0">
                      <a:moveTo>
                        <a:pt x="1" y="1"/>
                      </a:moveTo>
                      <a:lnTo>
                        <a:pt x="8" y="96"/>
                      </a:lnTo>
                      <a:cubicBezTo>
                        <a:pt x="37" y="96"/>
                        <a:pt x="73" y="102"/>
                        <a:pt x="101" y="102"/>
                      </a:cubicBezTo>
                      <a:lnTo>
                        <a:pt x="94" y="9"/>
                      </a:lnTo>
                      <a:cubicBezTo>
                        <a:pt x="65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3" name="Google Shape;563;p38"/>
                <p:cNvSpPr/>
                <p:nvPr/>
              </p:nvSpPr>
              <p:spPr>
                <a:xfrm>
                  <a:off x="5523179" y="4307801"/>
                  <a:ext cx="27203" cy="24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94" extrusionOk="0">
                      <a:moveTo>
                        <a:pt x="0" y="0"/>
                      </a:moveTo>
                      <a:lnTo>
                        <a:pt x="16" y="93"/>
                      </a:lnTo>
                      <a:lnTo>
                        <a:pt x="43" y="93"/>
                      </a:lnTo>
                      <a:lnTo>
                        <a:pt x="66" y="57"/>
                      </a:lnTo>
                      <a:cubicBezTo>
                        <a:pt x="66" y="57"/>
                        <a:pt x="80" y="43"/>
                        <a:pt x="102" y="21"/>
                      </a:cubicBezTo>
                      <a:lnTo>
                        <a:pt x="102" y="7"/>
                      </a:lnTo>
                      <a:cubicBezTo>
                        <a:pt x="66" y="7"/>
                        <a:pt x="37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4" name="Google Shape;564;p38"/>
                <p:cNvSpPr/>
                <p:nvPr/>
              </p:nvSpPr>
              <p:spPr>
                <a:xfrm>
                  <a:off x="5527141" y="4332364"/>
                  <a:ext cx="7659" cy="11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4" extrusionOk="0">
                      <a:moveTo>
                        <a:pt x="1" y="0"/>
                      </a:moveTo>
                      <a:lnTo>
                        <a:pt x="1" y="4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5" name="Google Shape;565;p38"/>
                <p:cNvSpPr/>
                <p:nvPr/>
              </p:nvSpPr>
              <p:spPr>
                <a:xfrm>
                  <a:off x="5221568" y="4284295"/>
                  <a:ext cx="189629" cy="135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514" extrusionOk="0">
                      <a:moveTo>
                        <a:pt x="343" y="1"/>
                      </a:moveTo>
                      <a:cubicBezTo>
                        <a:pt x="88" y="1"/>
                        <a:pt x="0" y="146"/>
                        <a:pt x="0" y="146"/>
                      </a:cubicBezTo>
                      <a:lnTo>
                        <a:pt x="632" y="513"/>
                      </a:lnTo>
                      <a:cubicBezTo>
                        <a:pt x="697" y="391"/>
                        <a:pt x="718" y="291"/>
                        <a:pt x="718" y="212"/>
                      </a:cubicBezTo>
                      <a:cubicBezTo>
                        <a:pt x="718" y="146"/>
                        <a:pt x="711" y="103"/>
                        <a:pt x="704" y="82"/>
                      </a:cubicBezTo>
                      <a:cubicBezTo>
                        <a:pt x="704" y="75"/>
                        <a:pt x="697" y="75"/>
                        <a:pt x="697" y="75"/>
                      </a:cubicBezTo>
                      <a:cubicBezTo>
                        <a:pt x="554" y="21"/>
                        <a:pt x="437" y="1"/>
                        <a:pt x="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6" name="Google Shape;566;p38"/>
                <p:cNvSpPr/>
                <p:nvPr/>
              </p:nvSpPr>
              <p:spPr>
                <a:xfrm>
                  <a:off x="5221568" y="4250752"/>
                  <a:ext cx="189629" cy="169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641" fill="none" extrusionOk="0">
                      <a:moveTo>
                        <a:pt x="0" y="273"/>
                      </a:moveTo>
                      <a:cubicBezTo>
                        <a:pt x="0" y="273"/>
                        <a:pt x="166" y="0"/>
                        <a:pt x="697" y="202"/>
                      </a:cubicBezTo>
                      <a:cubicBezTo>
                        <a:pt x="697" y="202"/>
                        <a:pt x="704" y="202"/>
                        <a:pt x="704" y="209"/>
                      </a:cubicBezTo>
                      <a:cubicBezTo>
                        <a:pt x="711" y="230"/>
                        <a:pt x="718" y="273"/>
                        <a:pt x="718" y="339"/>
                      </a:cubicBezTo>
                      <a:cubicBezTo>
                        <a:pt x="718" y="418"/>
                        <a:pt x="697" y="518"/>
                        <a:pt x="632" y="64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7" name="Google Shape;567;p38"/>
                <p:cNvSpPr/>
                <p:nvPr/>
              </p:nvSpPr>
              <p:spPr>
                <a:xfrm>
                  <a:off x="5475640" y="4326818"/>
                  <a:ext cx="25090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8" fill="none" extrusionOk="0">
                      <a:moveTo>
                        <a:pt x="94" y="7"/>
                      </a:moveTo>
                      <a:cubicBezTo>
                        <a:pt x="66" y="7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5527141" y="4332364"/>
                  <a:ext cx="7659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1" fill="none" extrusionOk="0">
                      <a:moveTo>
                        <a:pt x="2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69" name="Google Shape;569;p38"/>
                <p:cNvSpPr/>
                <p:nvPr/>
              </p:nvSpPr>
              <p:spPr>
                <a:xfrm>
                  <a:off x="5410933" y="4321007"/>
                  <a:ext cx="40408" cy="19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73" fill="none" extrusionOk="0">
                      <a:moveTo>
                        <a:pt x="153" y="7"/>
                      </a:moveTo>
                      <a:lnTo>
                        <a:pt x="130" y="7"/>
                      </a:lnTo>
                      <a:cubicBezTo>
                        <a:pt x="23" y="0"/>
                        <a:pt x="1" y="73"/>
                        <a:pt x="1" y="73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0" name="Google Shape;570;p38"/>
                <p:cNvSpPr/>
                <p:nvPr/>
              </p:nvSpPr>
              <p:spPr>
                <a:xfrm>
                  <a:off x="5473791" y="4301727"/>
                  <a:ext cx="25090" cy="2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10" fill="none" extrusionOk="0">
                      <a:moveTo>
                        <a:pt x="94" y="9"/>
                      </a:moveTo>
                      <a:cubicBezTo>
                        <a:pt x="65" y="9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1" name="Google Shape;571;p38"/>
                <p:cNvSpPr/>
                <p:nvPr/>
              </p:nvSpPr>
              <p:spPr>
                <a:xfrm>
                  <a:off x="5523179" y="4307801"/>
                  <a:ext cx="27203" cy="1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7" fill="none" extrusionOk="0">
                      <a:moveTo>
                        <a:pt x="102" y="7"/>
                      </a:moveTo>
                      <a:cubicBezTo>
                        <a:pt x="66" y="7"/>
                        <a:pt x="37" y="0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2" name="Google Shape;572;p38"/>
                <p:cNvSpPr/>
                <p:nvPr/>
              </p:nvSpPr>
              <p:spPr>
                <a:xfrm>
                  <a:off x="5407500" y="4292747"/>
                  <a:ext cx="41993" cy="13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" h="51" fill="none" extrusionOk="0">
                      <a:moveTo>
                        <a:pt x="0" y="50"/>
                      </a:moveTo>
                      <a:cubicBezTo>
                        <a:pt x="0" y="50"/>
                        <a:pt x="29" y="0"/>
                        <a:pt x="130" y="14"/>
                      </a:cubicBezTo>
                      <a:cubicBezTo>
                        <a:pt x="136" y="14"/>
                        <a:pt x="143" y="14"/>
                        <a:pt x="159" y="2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3" name="Google Shape;573;p38"/>
                <p:cNvSpPr/>
                <p:nvPr/>
              </p:nvSpPr>
              <p:spPr>
                <a:xfrm>
                  <a:off x="5447380" y="4279013"/>
                  <a:ext cx="32221" cy="87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332" extrusionOk="0">
                      <a:moveTo>
                        <a:pt x="44" y="0"/>
                      </a:moveTo>
                      <a:cubicBezTo>
                        <a:pt x="22" y="0"/>
                        <a:pt x="1" y="30"/>
                        <a:pt x="1" y="52"/>
                      </a:cubicBezTo>
                      <a:lnTo>
                        <a:pt x="8" y="73"/>
                      </a:lnTo>
                      <a:lnTo>
                        <a:pt x="15" y="166"/>
                      </a:lnTo>
                      <a:lnTo>
                        <a:pt x="22" y="288"/>
                      </a:lnTo>
                      <a:cubicBezTo>
                        <a:pt x="29" y="311"/>
                        <a:pt x="44" y="332"/>
                        <a:pt x="72" y="332"/>
                      </a:cubicBezTo>
                      <a:cubicBezTo>
                        <a:pt x="101" y="332"/>
                        <a:pt x="122" y="302"/>
                        <a:pt x="115" y="282"/>
                      </a:cubicBezTo>
                      <a:lnTo>
                        <a:pt x="108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2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4" name="Google Shape;574;p38"/>
                <p:cNvSpPr/>
                <p:nvPr/>
              </p:nvSpPr>
              <p:spPr>
                <a:xfrm>
                  <a:off x="5498617" y="4282974"/>
                  <a:ext cx="28788" cy="89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340" extrusionOk="0">
                      <a:moveTo>
                        <a:pt x="43" y="1"/>
                      </a:moveTo>
                      <a:cubicBezTo>
                        <a:pt x="14" y="1"/>
                        <a:pt x="0" y="29"/>
                        <a:pt x="0" y="51"/>
                      </a:cubicBezTo>
                      <a:lnTo>
                        <a:pt x="0" y="80"/>
                      </a:lnTo>
                      <a:lnTo>
                        <a:pt x="7" y="173"/>
                      </a:lnTo>
                      <a:lnTo>
                        <a:pt x="23" y="310"/>
                      </a:lnTo>
                      <a:cubicBezTo>
                        <a:pt x="23" y="317"/>
                        <a:pt x="29" y="330"/>
                        <a:pt x="36" y="339"/>
                      </a:cubicBezTo>
                      <a:lnTo>
                        <a:pt x="109" y="230"/>
                      </a:lnTo>
                      <a:lnTo>
                        <a:pt x="109" y="187"/>
                      </a:lnTo>
                      <a:lnTo>
                        <a:pt x="93" y="94"/>
                      </a:lnTo>
                      <a:lnTo>
                        <a:pt x="93" y="44"/>
                      </a:lnTo>
                      <a:cubicBezTo>
                        <a:pt x="86" y="22"/>
                        <a:pt x="73" y="1"/>
                        <a:pt x="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5" name="Google Shape;575;p38"/>
                <p:cNvSpPr/>
                <p:nvPr/>
              </p:nvSpPr>
              <p:spPr>
                <a:xfrm>
                  <a:off x="5547742" y="4286672"/>
                  <a:ext cx="25354" cy="2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" h="101" extrusionOk="0">
                      <a:moveTo>
                        <a:pt x="44" y="1"/>
                      </a:moveTo>
                      <a:cubicBezTo>
                        <a:pt x="23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9" y="101"/>
                      </a:lnTo>
                      <a:cubicBezTo>
                        <a:pt x="9" y="94"/>
                        <a:pt x="16" y="87"/>
                        <a:pt x="23" y="87"/>
                      </a:cubicBezTo>
                      <a:cubicBezTo>
                        <a:pt x="37" y="73"/>
                        <a:pt x="66" y="51"/>
                        <a:pt x="95" y="37"/>
                      </a:cubicBezTo>
                      <a:cubicBezTo>
                        <a:pt x="87" y="15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6" name="Google Shape;576;p38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" h="246" extrusionOk="0">
                      <a:moveTo>
                        <a:pt x="94" y="0"/>
                      </a:moveTo>
                      <a:cubicBezTo>
                        <a:pt x="71" y="29"/>
                        <a:pt x="35" y="73"/>
                        <a:pt x="1" y="116"/>
                      </a:cubicBezTo>
                      <a:cubicBezTo>
                        <a:pt x="21" y="152"/>
                        <a:pt x="35" y="188"/>
                        <a:pt x="58" y="216"/>
                      </a:cubicBezTo>
                      <a:cubicBezTo>
                        <a:pt x="78" y="216"/>
                        <a:pt x="94" y="209"/>
                        <a:pt x="108" y="202"/>
                      </a:cubicBezTo>
                      <a:lnTo>
                        <a:pt x="121" y="202"/>
                      </a:lnTo>
                      <a:cubicBezTo>
                        <a:pt x="130" y="195"/>
                        <a:pt x="137" y="195"/>
                        <a:pt x="144" y="195"/>
                      </a:cubicBezTo>
                      <a:lnTo>
                        <a:pt x="151" y="195"/>
                      </a:lnTo>
                      <a:cubicBezTo>
                        <a:pt x="155" y="193"/>
                        <a:pt x="159" y="192"/>
                        <a:pt x="165" y="192"/>
                      </a:cubicBezTo>
                      <a:cubicBezTo>
                        <a:pt x="177" y="192"/>
                        <a:pt x="191" y="197"/>
                        <a:pt x="201" y="202"/>
                      </a:cubicBezTo>
                      <a:cubicBezTo>
                        <a:pt x="201" y="209"/>
                        <a:pt x="208" y="209"/>
                        <a:pt x="208" y="209"/>
                      </a:cubicBezTo>
                      <a:cubicBezTo>
                        <a:pt x="208" y="216"/>
                        <a:pt x="216" y="216"/>
                        <a:pt x="216" y="216"/>
                      </a:cubicBezTo>
                      <a:cubicBezTo>
                        <a:pt x="216" y="223"/>
                        <a:pt x="223" y="223"/>
                        <a:pt x="223" y="223"/>
                      </a:cubicBezTo>
                      <a:cubicBezTo>
                        <a:pt x="223" y="231"/>
                        <a:pt x="230" y="238"/>
                        <a:pt x="230" y="245"/>
                      </a:cubicBezTo>
                      <a:lnTo>
                        <a:pt x="280" y="159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7" name="Google Shape;577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extrusionOk="0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extrusionOk="0">
                      <a:moveTo>
                        <a:pt x="1755" y="1"/>
                      </a:moveTo>
                      <a:cubicBezTo>
                        <a:pt x="1689" y="23"/>
                        <a:pt x="1626" y="44"/>
                        <a:pt x="1567" y="66"/>
                      </a:cubicBez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294" extrusionOk="0">
                      <a:moveTo>
                        <a:pt x="1043" y="0"/>
                      </a:moveTo>
                      <a:cubicBezTo>
                        <a:pt x="1029" y="50"/>
                        <a:pt x="1015" y="93"/>
                        <a:pt x="1008" y="123"/>
                      </a:cubicBezTo>
                      <a:cubicBezTo>
                        <a:pt x="951" y="304"/>
                        <a:pt x="703" y="445"/>
                        <a:pt x="531" y="445"/>
                      </a:cubicBezTo>
                      <a:cubicBezTo>
                        <a:pt x="526" y="445"/>
                        <a:pt x="522" y="445"/>
                        <a:pt x="518" y="445"/>
                      </a:cubicBezTo>
                      <a:cubicBezTo>
                        <a:pt x="382" y="590"/>
                        <a:pt x="217" y="733"/>
                        <a:pt x="1" y="863"/>
                      </a:cubicBezTo>
                      <a:lnTo>
                        <a:pt x="137" y="1294"/>
                      </a:lnTo>
                      <a:lnTo>
                        <a:pt x="562" y="1294"/>
                      </a:lnTo>
                      <a:cubicBezTo>
                        <a:pt x="562" y="1287"/>
                        <a:pt x="555" y="1287"/>
                        <a:pt x="555" y="1287"/>
                      </a:cubicBezTo>
                      <a:lnTo>
                        <a:pt x="260" y="1287"/>
                      </a:lnTo>
                      <a:cubicBezTo>
                        <a:pt x="210" y="1287"/>
                        <a:pt x="217" y="1237"/>
                        <a:pt x="232" y="1214"/>
                      </a:cubicBezTo>
                      <a:cubicBezTo>
                        <a:pt x="239" y="1194"/>
                        <a:pt x="310" y="970"/>
                        <a:pt x="346" y="942"/>
                      </a:cubicBezTo>
                      <a:cubicBezTo>
                        <a:pt x="389" y="913"/>
                        <a:pt x="641" y="790"/>
                        <a:pt x="670" y="790"/>
                      </a:cubicBezTo>
                      <a:cubicBezTo>
                        <a:pt x="698" y="790"/>
                        <a:pt x="836" y="813"/>
                        <a:pt x="913" y="833"/>
                      </a:cubicBezTo>
                      <a:cubicBezTo>
                        <a:pt x="972" y="647"/>
                        <a:pt x="1015" y="488"/>
                        <a:pt x="1029" y="402"/>
                      </a:cubicBezTo>
                      <a:cubicBezTo>
                        <a:pt x="1043" y="288"/>
                        <a:pt x="1043" y="136"/>
                        <a:pt x="10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6673636" y="2838259"/>
                  <a:ext cx="1775331" cy="1771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" h="6707" extrusionOk="0">
                      <a:moveTo>
                        <a:pt x="4227" y="1"/>
                      </a:moveTo>
                      <a:cubicBezTo>
                        <a:pt x="4228" y="1"/>
                        <a:pt x="4229" y="1"/>
                        <a:pt x="4231" y="2"/>
                      </a:cubicBezTo>
                      <a:lnTo>
                        <a:pt x="4231" y="2"/>
                      </a:lnTo>
                      <a:cubicBezTo>
                        <a:pt x="4230" y="1"/>
                        <a:pt x="4228" y="1"/>
                        <a:pt x="4227" y="1"/>
                      </a:cubicBezTo>
                      <a:close/>
                      <a:moveTo>
                        <a:pt x="4231" y="2"/>
                      </a:moveTo>
                      <a:lnTo>
                        <a:pt x="4231" y="2"/>
                      </a:lnTo>
                      <a:cubicBezTo>
                        <a:pt x="4234" y="4"/>
                        <a:pt x="4234" y="7"/>
                        <a:pt x="4234" y="7"/>
                      </a:cubicBezTo>
                      <a:lnTo>
                        <a:pt x="4234" y="21"/>
                      </a:lnTo>
                      <a:lnTo>
                        <a:pt x="4242" y="30"/>
                      </a:lnTo>
                      <a:cubicBezTo>
                        <a:pt x="4263" y="116"/>
                        <a:pt x="4285" y="216"/>
                        <a:pt x="4299" y="309"/>
                      </a:cubicBezTo>
                      <a:cubicBezTo>
                        <a:pt x="4299" y="309"/>
                        <a:pt x="4939" y="561"/>
                        <a:pt x="4708" y="1237"/>
                      </a:cubicBezTo>
                      <a:cubicBezTo>
                        <a:pt x="4594" y="1574"/>
                        <a:pt x="4299" y="1812"/>
                        <a:pt x="3911" y="2005"/>
                      </a:cubicBezTo>
                      <a:cubicBezTo>
                        <a:pt x="3689" y="2114"/>
                        <a:pt x="3430" y="2214"/>
                        <a:pt x="3164" y="2307"/>
                      </a:cubicBezTo>
                      <a:cubicBezTo>
                        <a:pt x="3069" y="2343"/>
                        <a:pt x="2976" y="2373"/>
                        <a:pt x="2876" y="2409"/>
                      </a:cubicBezTo>
                      <a:cubicBezTo>
                        <a:pt x="2790" y="2436"/>
                        <a:pt x="2697" y="2473"/>
                        <a:pt x="2603" y="2502"/>
                      </a:cubicBezTo>
                      <a:cubicBezTo>
                        <a:pt x="2488" y="2538"/>
                        <a:pt x="2372" y="2581"/>
                        <a:pt x="2258" y="2618"/>
                      </a:cubicBezTo>
                      <a:cubicBezTo>
                        <a:pt x="2200" y="2638"/>
                        <a:pt x="2150" y="2661"/>
                        <a:pt x="2093" y="2681"/>
                      </a:cubicBezTo>
                      <a:cubicBezTo>
                        <a:pt x="2000" y="2725"/>
                        <a:pt x="1905" y="2761"/>
                        <a:pt x="1812" y="2804"/>
                      </a:cubicBezTo>
                      <a:cubicBezTo>
                        <a:pt x="1301" y="3049"/>
                        <a:pt x="878" y="3378"/>
                        <a:pt x="561" y="3789"/>
                      </a:cubicBezTo>
                      <a:cubicBezTo>
                        <a:pt x="518" y="3839"/>
                        <a:pt x="482" y="3896"/>
                        <a:pt x="447" y="3946"/>
                      </a:cubicBezTo>
                      <a:cubicBezTo>
                        <a:pt x="288" y="4184"/>
                        <a:pt x="173" y="4436"/>
                        <a:pt x="86" y="4715"/>
                      </a:cubicBezTo>
                      <a:cubicBezTo>
                        <a:pt x="30" y="4924"/>
                        <a:pt x="0" y="5140"/>
                        <a:pt x="7" y="5342"/>
                      </a:cubicBezTo>
                      <a:cubicBezTo>
                        <a:pt x="7" y="5362"/>
                        <a:pt x="7" y="5385"/>
                        <a:pt x="16" y="5405"/>
                      </a:cubicBezTo>
                      <a:lnTo>
                        <a:pt x="16" y="5442"/>
                      </a:lnTo>
                      <a:cubicBezTo>
                        <a:pt x="16" y="5464"/>
                        <a:pt x="16" y="5478"/>
                        <a:pt x="23" y="5492"/>
                      </a:cubicBezTo>
                      <a:cubicBezTo>
                        <a:pt x="23" y="5514"/>
                        <a:pt x="23" y="5535"/>
                        <a:pt x="30" y="5550"/>
                      </a:cubicBezTo>
                      <a:cubicBezTo>
                        <a:pt x="30" y="5571"/>
                        <a:pt x="36" y="5593"/>
                        <a:pt x="36" y="5614"/>
                      </a:cubicBezTo>
                      <a:cubicBezTo>
                        <a:pt x="43" y="5628"/>
                        <a:pt x="43" y="5637"/>
                        <a:pt x="43" y="5650"/>
                      </a:cubicBezTo>
                      <a:cubicBezTo>
                        <a:pt x="50" y="5671"/>
                        <a:pt x="50" y="5693"/>
                        <a:pt x="59" y="5707"/>
                      </a:cubicBezTo>
                      <a:cubicBezTo>
                        <a:pt x="59" y="5723"/>
                        <a:pt x="66" y="5737"/>
                        <a:pt x="66" y="5750"/>
                      </a:cubicBezTo>
                      <a:cubicBezTo>
                        <a:pt x="73" y="5766"/>
                        <a:pt x="80" y="5787"/>
                        <a:pt x="86" y="5800"/>
                      </a:cubicBezTo>
                      <a:cubicBezTo>
                        <a:pt x="86" y="5816"/>
                        <a:pt x="93" y="5830"/>
                        <a:pt x="93" y="5837"/>
                      </a:cubicBezTo>
                      <a:cubicBezTo>
                        <a:pt x="137" y="5966"/>
                        <a:pt x="195" y="6082"/>
                        <a:pt x="266" y="6189"/>
                      </a:cubicBezTo>
                      <a:cubicBezTo>
                        <a:pt x="275" y="6204"/>
                        <a:pt x="288" y="6218"/>
                        <a:pt x="295" y="6232"/>
                      </a:cubicBezTo>
                      <a:cubicBezTo>
                        <a:pt x="302" y="6247"/>
                        <a:pt x="318" y="6261"/>
                        <a:pt x="325" y="6275"/>
                      </a:cubicBezTo>
                      <a:cubicBezTo>
                        <a:pt x="331" y="6275"/>
                        <a:pt x="338" y="6283"/>
                        <a:pt x="338" y="6290"/>
                      </a:cubicBezTo>
                      <a:cubicBezTo>
                        <a:pt x="352" y="6304"/>
                        <a:pt x="361" y="6311"/>
                        <a:pt x="368" y="6327"/>
                      </a:cubicBezTo>
                      <a:cubicBezTo>
                        <a:pt x="381" y="6333"/>
                        <a:pt x="388" y="6347"/>
                        <a:pt x="395" y="6354"/>
                      </a:cubicBezTo>
                      <a:cubicBezTo>
                        <a:pt x="411" y="6370"/>
                        <a:pt x="418" y="6377"/>
                        <a:pt x="425" y="6383"/>
                      </a:cubicBezTo>
                      <a:cubicBezTo>
                        <a:pt x="438" y="6397"/>
                        <a:pt x="447" y="6404"/>
                        <a:pt x="461" y="6420"/>
                      </a:cubicBezTo>
                      <a:cubicBezTo>
                        <a:pt x="475" y="6427"/>
                        <a:pt x="490" y="6440"/>
                        <a:pt x="504" y="6456"/>
                      </a:cubicBezTo>
                      <a:cubicBezTo>
                        <a:pt x="518" y="6470"/>
                        <a:pt x="540" y="6484"/>
                        <a:pt x="554" y="6490"/>
                      </a:cubicBezTo>
                      <a:cubicBezTo>
                        <a:pt x="568" y="6506"/>
                        <a:pt x="590" y="6520"/>
                        <a:pt x="604" y="6527"/>
                      </a:cubicBezTo>
                      <a:lnTo>
                        <a:pt x="611" y="6534"/>
                      </a:lnTo>
                      <a:cubicBezTo>
                        <a:pt x="626" y="6542"/>
                        <a:pt x="640" y="6549"/>
                        <a:pt x="654" y="6563"/>
                      </a:cubicBezTo>
                      <a:cubicBezTo>
                        <a:pt x="683" y="6577"/>
                        <a:pt x="706" y="6585"/>
                        <a:pt x="727" y="6599"/>
                      </a:cubicBezTo>
                      <a:cubicBezTo>
                        <a:pt x="740" y="6606"/>
                        <a:pt x="749" y="6606"/>
                        <a:pt x="763" y="6613"/>
                      </a:cubicBezTo>
                      <a:cubicBezTo>
                        <a:pt x="763" y="6613"/>
                        <a:pt x="770" y="6620"/>
                        <a:pt x="777" y="6620"/>
                      </a:cubicBezTo>
                      <a:cubicBezTo>
                        <a:pt x="792" y="6628"/>
                        <a:pt x="806" y="6635"/>
                        <a:pt x="827" y="6635"/>
                      </a:cubicBezTo>
                      <a:cubicBezTo>
                        <a:pt x="842" y="6642"/>
                        <a:pt x="863" y="6649"/>
                        <a:pt x="885" y="6656"/>
                      </a:cubicBezTo>
                      <a:cubicBezTo>
                        <a:pt x="899" y="6663"/>
                        <a:pt x="921" y="6672"/>
                        <a:pt x="935" y="6672"/>
                      </a:cubicBezTo>
                      <a:cubicBezTo>
                        <a:pt x="942" y="6672"/>
                        <a:pt x="949" y="6672"/>
                        <a:pt x="949" y="6678"/>
                      </a:cubicBezTo>
                      <a:cubicBezTo>
                        <a:pt x="965" y="6678"/>
                        <a:pt x="978" y="6685"/>
                        <a:pt x="992" y="6685"/>
                      </a:cubicBezTo>
                      <a:lnTo>
                        <a:pt x="1015" y="6685"/>
                      </a:lnTo>
                      <a:cubicBezTo>
                        <a:pt x="1015" y="6692"/>
                        <a:pt x="1022" y="6692"/>
                        <a:pt x="1028" y="6692"/>
                      </a:cubicBezTo>
                      <a:cubicBezTo>
                        <a:pt x="1085" y="6699"/>
                        <a:pt x="1144" y="6706"/>
                        <a:pt x="1208" y="6706"/>
                      </a:cubicBezTo>
                      <a:lnTo>
                        <a:pt x="3178" y="6706"/>
                      </a:lnTo>
                      <a:cubicBezTo>
                        <a:pt x="3846" y="6706"/>
                        <a:pt x="5355" y="6549"/>
                        <a:pt x="5995" y="5076"/>
                      </a:cubicBezTo>
                      <a:cubicBezTo>
                        <a:pt x="6621" y="3645"/>
                        <a:pt x="6721" y="658"/>
                        <a:pt x="4231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1" name="Google Shape;581;p38"/>
                <p:cNvSpPr/>
                <p:nvPr/>
              </p:nvSpPr>
              <p:spPr>
                <a:xfrm>
                  <a:off x="6119537" y="3838731"/>
                  <a:ext cx="873139" cy="770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6" h="2919" extrusionOk="0">
                      <a:moveTo>
                        <a:pt x="1833" y="1"/>
                      </a:moveTo>
                      <a:lnTo>
                        <a:pt x="734" y="1697"/>
                      </a:lnTo>
                      <a:lnTo>
                        <a:pt x="518" y="1531"/>
                      </a:lnTo>
                      <a:cubicBezTo>
                        <a:pt x="389" y="1719"/>
                        <a:pt x="137" y="2107"/>
                        <a:pt x="78" y="2200"/>
                      </a:cubicBezTo>
                      <a:cubicBezTo>
                        <a:pt x="35" y="2264"/>
                        <a:pt x="14" y="2337"/>
                        <a:pt x="0" y="2387"/>
                      </a:cubicBezTo>
                      <a:cubicBezTo>
                        <a:pt x="7" y="2394"/>
                        <a:pt x="7" y="2409"/>
                        <a:pt x="14" y="2423"/>
                      </a:cubicBezTo>
                      <a:cubicBezTo>
                        <a:pt x="416" y="2718"/>
                        <a:pt x="949" y="2918"/>
                        <a:pt x="1624" y="2918"/>
                      </a:cubicBezTo>
                      <a:lnTo>
                        <a:pt x="3306" y="2918"/>
                      </a:lnTo>
                      <a:cubicBezTo>
                        <a:pt x="3242" y="2918"/>
                        <a:pt x="3183" y="2911"/>
                        <a:pt x="3126" y="2904"/>
                      </a:cubicBezTo>
                      <a:cubicBezTo>
                        <a:pt x="3120" y="2904"/>
                        <a:pt x="3113" y="2904"/>
                        <a:pt x="3113" y="2897"/>
                      </a:cubicBezTo>
                      <a:lnTo>
                        <a:pt x="3090" y="2897"/>
                      </a:lnTo>
                      <a:cubicBezTo>
                        <a:pt x="3076" y="2897"/>
                        <a:pt x="3063" y="2890"/>
                        <a:pt x="3047" y="2890"/>
                      </a:cubicBezTo>
                      <a:cubicBezTo>
                        <a:pt x="3047" y="2884"/>
                        <a:pt x="3040" y="2884"/>
                        <a:pt x="3033" y="2884"/>
                      </a:cubicBezTo>
                      <a:cubicBezTo>
                        <a:pt x="3019" y="2884"/>
                        <a:pt x="2997" y="2875"/>
                        <a:pt x="2983" y="2868"/>
                      </a:cubicBezTo>
                      <a:cubicBezTo>
                        <a:pt x="2961" y="2861"/>
                        <a:pt x="2940" y="2854"/>
                        <a:pt x="2925" y="2847"/>
                      </a:cubicBezTo>
                      <a:cubicBezTo>
                        <a:pt x="2904" y="2847"/>
                        <a:pt x="2890" y="2840"/>
                        <a:pt x="2875" y="2832"/>
                      </a:cubicBezTo>
                      <a:cubicBezTo>
                        <a:pt x="2868" y="2832"/>
                        <a:pt x="2861" y="2825"/>
                        <a:pt x="2861" y="2825"/>
                      </a:cubicBezTo>
                      <a:cubicBezTo>
                        <a:pt x="2847" y="2818"/>
                        <a:pt x="2838" y="2818"/>
                        <a:pt x="2825" y="2811"/>
                      </a:cubicBezTo>
                      <a:cubicBezTo>
                        <a:pt x="2804" y="2797"/>
                        <a:pt x="2781" y="2789"/>
                        <a:pt x="2752" y="2775"/>
                      </a:cubicBezTo>
                      <a:cubicBezTo>
                        <a:pt x="2738" y="2761"/>
                        <a:pt x="2724" y="2754"/>
                        <a:pt x="2709" y="2746"/>
                      </a:cubicBezTo>
                      <a:lnTo>
                        <a:pt x="2702" y="2739"/>
                      </a:lnTo>
                      <a:cubicBezTo>
                        <a:pt x="2688" y="2732"/>
                        <a:pt x="2666" y="2718"/>
                        <a:pt x="2652" y="2702"/>
                      </a:cubicBezTo>
                      <a:cubicBezTo>
                        <a:pt x="2638" y="2696"/>
                        <a:pt x="2616" y="2682"/>
                        <a:pt x="2602" y="2668"/>
                      </a:cubicBezTo>
                      <a:cubicBezTo>
                        <a:pt x="2588" y="2652"/>
                        <a:pt x="2573" y="2639"/>
                        <a:pt x="2559" y="2632"/>
                      </a:cubicBezTo>
                      <a:cubicBezTo>
                        <a:pt x="2545" y="2616"/>
                        <a:pt x="2536" y="2609"/>
                        <a:pt x="2523" y="2595"/>
                      </a:cubicBezTo>
                      <a:cubicBezTo>
                        <a:pt x="2516" y="2589"/>
                        <a:pt x="2509" y="2582"/>
                        <a:pt x="2493" y="2566"/>
                      </a:cubicBezTo>
                      <a:cubicBezTo>
                        <a:pt x="2486" y="2559"/>
                        <a:pt x="2479" y="2545"/>
                        <a:pt x="2466" y="2539"/>
                      </a:cubicBezTo>
                      <a:cubicBezTo>
                        <a:pt x="2459" y="2523"/>
                        <a:pt x="2450" y="2516"/>
                        <a:pt x="2436" y="2502"/>
                      </a:cubicBezTo>
                      <a:cubicBezTo>
                        <a:pt x="2436" y="2495"/>
                        <a:pt x="2429" y="2487"/>
                        <a:pt x="2423" y="2487"/>
                      </a:cubicBezTo>
                      <a:cubicBezTo>
                        <a:pt x="2416" y="2473"/>
                        <a:pt x="2400" y="2459"/>
                        <a:pt x="2393" y="2444"/>
                      </a:cubicBezTo>
                      <a:cubicBezTo>
                        <a:pt x="2386" y="2430"/>
                        <a:pt x="2373" y="2416"/>
                        <a:pt x="2364" y="2401"/>
                      </a:cubicBezTo>
                      <a:cubicBezTo>
                        <a:pt x="2293" y="2294"/>
                        <a:pt x="2235" y="2178"/>
                        <a:pt x="2191" y="2049"/>
                      </a:cubicBezTo>
                      <a:cubicBezTo>
                        <a:pt x="2191" y="2042"/>
                        <a:pt x="2184" y="2028"/>
                        <a:pt x="2184" y="2012"/>
                      </a:cubicBezTo>
                      <a:cubicBezTo>
                        <a:pt x="2178" y="1999"/>
                        <a:pt x="2171" y="1978"/>
                        <a:pt x="2164" y="1962"/>
                      </a:cubicBezTo>
                      <a:cubicBezTo>
                        <a:pt x="2164" y="1949"/>
                        <a:pt x="2157" y="1935"/>
                        <a:pt x="2157" y="1919"/>
                      </a:cubicBezTo>
                      <a:cubicBezTo>
                        <a:pt x="2148" y="1905"/>
                        <a:pt x="2148" y="1883"/>
                        <a:pt x="2141" y="1862"/>
                      </a:cubicBezTo>
                      <a:cubicBezTo>
                        <a:pt x="2141" y="1849"/>
                        <a:pt x="2141" y="1840"/>
                        <a:pt x="2134" y="1826"/>
                      </a:cubicBezTo>
                      <a:cubicBezTo>
                        <a:pt x="2134" y="1805"/>
                        <a:pt x="2128" y="1783"/>
                        <a:pt x="2128" y="1762"/>
                      </a:cubicBezTo>
                      <a:cubicBezTo>
                        <a:pt x="2121" y="1747"/>
                        <a:pt x="2121" y="1726"/>
                        <a:pt x="2121" y="1704"/>
                      </a:cubicBezTo>
                      <a:cubicBezTo>
                        <a:pt x="2114" y="1690"/>
                        <a:pt x="2114" y="1676"/>
                        <a:pt x="2114" y="1654"/>
                      </a:cubicBezTo>
                      <a:lnTo>
                        <a:pt x="2114" y="1617"/>
                      </a:lnTo>
                      <a:cubicBezTo>
                        <a:pt x="2105" y="1597"/>
                        <a:pt x="2105" y="1574"/>
                        <a:pt x="2105" y="1554"/>
                      </a:cubicBezTo>
                      <a:cubicBezTo>
                        <a:pt x="2098" y="1352"/>
                        <a:pt x="2128" y="1136"/>
                        <a:pt x="2184" y="927"/>
                      </a:cubicBezTo>
                      <a:cubicBezTo>
                        <a:pt x="2271" y="648"/>
                        <a:pt x="2386" y="396"/>
                        <a:pt x="2545" y="158"/>
                      </a:cubicBezTo>
                      <a:lnTo>
                        <a:pt x="2379" y="158"/>
                      </a:lnTo>
                      <a:cubicBezTo>
                        <a:pt x="2286" y="158"/>
                        <a:pt x="2062" y="87"/>
                        <a:pt x="1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2" name="Google Shape;582;p38"/>
                <p:cNvSpPr/>
                <p:nvPr/>
              </p:nvSpPr>
              <p:spPr>
                <a:xfrm>
                  <a:off x="5880254" y="3453385"/>
                  <a:ext cx="417818" cy="6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316" extrusionOk="0">
                      <a:moveTo>
                        <a:pt x="1581" y="0"/>
                      </a:moveTo>
                      <a:lnTo>
                        <a:pt x="1581" y="0"/>
                      </a:lnTo>
                      <a:cubicBezTo>
                        <a:pt x="518" y="402"/>
                        <a:pt x="115" y="1086"/>
                        <a:pt x="15" y="1912"/>
                      </a:cubicBezTo>
                      <a:cubicBezTo>
                        <a:pt x="1" y="2041"/>
                        <a:pt x="1" y="2178"/>
                        <a:pt x="15" y="2316"/>
                      </a:cubicBezTo>
                      <a:lnTo>
                        <a:pt x="158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" h="246" fill="none" extrusionOk="0">
                      <a:moveTo>
                        <a:pt x="280" y="159"/>
                      </a:moveTo>
                      <a:lnTo>
                        <a:pt x="230" y="245"/>
                      </a:lnTo>
                      <a:cubicBezTo>
                        <a:pt x="230" y="238"/>
                        <a:pt x="223" y="231"/>
                        <a:pt x="223" y="223"/>
                      </a:cubicBezTo>
                      <a:cubicBezTo>
                        <a:pt x="223" y="223"/>
                        <a:pt x="216" y="223"/>
                        <a:pt x="216" y="216"/>
                      </a:cubicBezTo>
                      <a:cubicBezTo>
                        <a:pt x="216" y="216"/>
                        <a:pt x="208" y="216"/>
                        <a:pt x="208" y="209"/>
                      </a:cubicBezTo>
                      <a:cubicBezTo>
                        <a:pt x="208" y="209"/>
                        <a:pt x="201" y="209"/>
                        <a:pt x="201" y="202"/>
                      </a:cubicBezTo>
                      <a:cubicBezTo>
                        <a:pt x="187" y="195"/>
                        <a:pt x="164" y="188"/>
                        <a:pt x="151" y="195"/>
                      </a:cubicBezTo>
                      <a:lnTo>
                        <a:pt x="144" y="195"/>
                      </a:lnTo>
                      <a:cubicBezTo>
                        <a:pt x="137" y="195"/>
                        <a:pt x="130" y="195"/>
                        <a:pt x="121" y="202"/>
                      </a:cubicBezTo>
                      <a:lnTo>
                        <a:pt x="108" y="202"/>
                      </a:lnTo>
                      <a:cubicBezTo>
                        <a:pt x="94" y="209"/>
                        <a:pt x="78" y="216"/>
                        <a:pt x="58" y="216"/>
                      </a:cubicBezTo>
                      <a:cubicBezTo>
                        <a:pt x="35" y="188"/>
                        <a:pt x="21" y="152"/>
                        <a:pt x="1" y="116"/>
                      </a:cubicBezTo>
                      <a:cubicBezTo>
                        <a:pt x="35" y="73"/>
                        <a:pt x="71" y="29"/>
                        <a:pt x="9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4" name="Google Shape;584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fill="none" extrusionOk="0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5" name="Google Shape;585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fill="none" extrusionOk="0">
                      <a:moveTo>
                        <a:pt x="2221" y="1"/>
                      </a:moveTo>
                      <a:lnTo>
                        <a:pt x="970" y="2382"/>
                      </a:lnTo>
                      <a:lnTo>
                        <a:pt x="970" y="2382"/>
                      </a:lnTo>
                      <a:lnTo>
                        <a:pt x="849" y="2618"/>
                      </a:lnTo>
                      <a:lnTo>
                        <a:pt x="884" y="2640"/>
                      </a:lnTo>
                      <a:lnTo>
                        <a:pt x="668" y="299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567" y="66"/>
                      </a:lnTo>
                      <a:cubicBezTo>
                        <a:pt x="1626" y="44"/>
                        <a:pt x="1689" y="23"/>
                        <a:pt x="17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6071733" y="2910362"/>
                  <a:ext cx="797605" cy="525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0" h="1991" extrusionOk="0">
                      <a:moveTo>
                        <a:pt x="1446" y="792"/>
                      </a:moveTo>
                      <a:cubicBezTo>
                        <a:pt x="1525" y="792"/>
                        <a:pt x="1605" y="856"/>
                        <a:pt x="1625" y="935"/>
                      </a:cubicBezTo>
                      <a:cubicBezTo>
                        <a:pt x="1639" y="971"/>
                        <a:pt x="1662" y="1058"/>
                        <a:pt x="1510" y="1172"/>
                      </a:cubicBezTo>
                      <a:lnTo>
                        <a:pt x="1446" y="1223"/>
                      </a:lnTo>
                      <a:lnTo>
                        <a:pt x="1360" y="1172"/>
                      </a:lnTo>
                      <a:cubicBezTo>
                        <a:pt x="1144" y="1058"/>
                        <a:pt x="1115" y="971"/>
                        <a:pt x="1108" y="935"/>
                      </a:cubicBezTo>
                      <a:cubicBezTo>
                        <a:pt x="1087" y="856"/>
                        <a:pt x="1130" y="792"/>
                        <a:pt x="1208" y="792"/>
                      </a:cubicBezTo>
                      <a:cubicBezTo>
                        <a:pt x="1260" y="792"/>
                        <a:pt x="1310" y="820"/>
                        <a:pt x="1346" y="856"/>
                      </a:cubicBezTo>
                      <a:cubicBezTo>
                        <a:pt x="1360" y="820"/>
                        <a:pt x="1396" y="792"/>
                        <a:pt x="1446" y="792"/>
                      </a:cubicBezTo>
                      <a:close/>
                      <a:moveTo>
                        <a:pt x="0" y="0"/>
                      </a:moveTo>
                      <a:lnTo>
                        <a:pt x="633" y="1991"/>
                      </a:lnTo>
                      <a:lnTo>
                        <a:pt x="3019" y="1991"/>
                      </a:lnTo>
                      <a:lnTo>
                        <a:pt x="2976" y="1841"/>
                      </a:lnTo>
                      <a:lnTo>
                        <a:pt x="2840" y="1410"/>
                      </a:lnTo>
                      <a:lnTo>
                        <a:pt x="23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7" name="Google Shape;587;p38"/>
                <p:cNvSpPr/>
                <p:nvPr/>
              </p:nvSpPr>
              <p:spPr>
                <a:xfrm>
                  <a:off x="6857720" y="3396336"/>
                  <a:ext cx="171142" cy="39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" h="151" extrusionOk="0">
                      <a:moveTo>
                        <a:pt x="0" y="1"/>
                      </a:moveTo>
                      <a:lnTo>
                        <a:pt x="43" y="151"/>
                      </a:lnTo>
                      <a:lnTo>
                        <a:pt x="647" y="151"/>
                      </a:lnTo>
                      <a:cubicBezTo>
                        <a:pt x="633" y="137"/>
                        <a:pt x="613" y="123"/>
                        <a:pt x="590" y="108"/>
                      </a:cubicBezTo>
                      <a:cubicBezTo>
                        <a:pt x="518" y="51"/>
                        <a:pt x="44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8" name="Google Shape;588;p38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294" fill="none" extrusionOk="0">
                      <a:moveTo>
                        <a:pt x="1029" y="402"/>
                      </a:moveTo>
                      <a:cubicBezTo>
                        <a:pt x="1015" y="488"/>
                        <a:pt x="972" y="647"/>
                        <a:pt x="913" y="833"/>
                      </a:cubicBezTo>
                      <a:cubicBezTo>
                        <a:pt x="836" y="813"/>
                        <a:pt x="698" y="790"/>
                        <a:pt x="670" y="790"/>
                      </a:cubicBezTo>
                      <a:cubicBezTo>
                        <a:pt x="641" y="790"/>
                        <a:pt x="389" y="913"/>
                        <a:pt x="346" y="942"/>
                      </a:cubicBezTo>
                      <a:cubicBezTo>
                        <a:pt x="310" y="970"/>
                        <a:pt x="239" y="1194"/>
                        <a:pt x="232" y="1214"/>
                      </a:cubicBezTo>
                      <a:cubicBezTo>
                        <a:pt x="217" y="1237"/>
                        <a:pt x="210" y="1287"/>
                        <a:pt x="260" y="1287"/>
                      </a:cubicBezTo>
                      <a:lnTo>
                        <a:pt x="555" y="1287"/>
                      </a:lnTo>
                      <a:cubicBezTo>
                        <a:pt x="555" y="1287"/>
                        <a:pt x="562" y="1287"/>
                        <a:pt x="562" y="1294"/>
                      </a:cubicBezTo>
                      <a:lnTo>
                        <a:pt x="137" y="1294"/>
                      </a:lnTo>
                      <a:lnTo>
                        <a:pt x="1" y="863"/>
                      </a:lnTo>
                      <a:cubicBezTo>
                        <a:pt x="217" y="733"/>
                        <a:pt x="382" y="590"/>
                        <a:pt x="518" y="445"/>
                      </a:cubicBezTo>
                      <a:cubicBezTo>
                        <a:pt x="691" y="452"/>
                        <a:pt x="950" y="309"/>
                        <a:pt x="1008" y="123"/>
                      </a:cubicBezTo>
                      <a:cubicBezTo>
                        <a:pt x="1015" y="93"/>
                        <a:pt x="1029" y="50"/>
                        <a:pt x="1043" y="0"/>
                      </a:cubicBezTo>
                      <a:cubicBezTo>
                        <a:pt x="1043" y="136"/>
                        <a:pt x="1043" y="288"/>
                        <a:pt x="1029" y="4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5806040" y="4326818"/>
                  <a:ext cx="792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8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8" y="7"/>
                        <a:pt x="23" y="7"/>
                        <a:pt x="30" y="7"/>
                      </a:cubicBezTo>
                      <a:cubicBezTo>
                        <a:pt x="23" y="7"/>
                        <a:pt x="14" y="7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0" name="Google Shape;590;p38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1" name="Google Shape;591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2" name="Google Shape;592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3" name="Google Shape;593;p38"/>
                <p:cNvSpPr/>
                <p:nvPr/>
              </p:nvSpPr>
              <p:spPr>
                <a:xfrm>
                  <a:off x="5722581" y="4133220"/>
                  <a:ext cx="250902" cy="177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0" h="672" extrusionOk="0">
                      <a:moveTo>
                        <a:pt x="489" y="0"/>
                      </a:moveTo>
                      <a:lnTo>
                        <a:pt x="1" y="639"/>
                      </a:lnTo>
                      <a:lnTo>
                        <a:pt x="8" y="647"/>
                      </a:lnTo>
                      <a:cubicBezTo>
                        <a:pt x="8" y="647"/>
                        <a:pt x="15" y="647"/>
                        <a:pt x="15" y="654"/>
                      </a:cubicBezTo>
                      <a:cubicBezTo>
                        <a:pt x="15" y="654"/>
                        <a:pt x="37" y="616"/>
                        <a:pt x="111" y="616"/>
                      </a:cubicBezTo>
                      <a:cubicBezTo>
                        <a:pt x="121" y="616"/>
                        <a:pt x="132" y="616"/>
                        <a:pt x="144" y="618"/>
                      </a:cubicBezTo>
                      <a:cubicBezTo>
                        <a:pt x="151" y="618"/>
                        <a:pt x="158" y="618"/>
                        <a:pt x="173" y="625"/>
                      </a:cubicBezTo>
                      <a:lnTo>
                        <a:pt x="173" y="604"/>
                      </a:lnTo>
                      <a:cubicBezTo>
                        <a:pt x="167" y="582"/>
                        <a:pt x="187" y="552"/>
                        <a:pt x="210" y="552"/>
                      </a:cubicBezTo>
                      <a:lnTo>
                        <a:pt x="217" y="552"/>
                      </a:lnTo>
                      <a:cubicBezTo>
                        <a:pt x="237" y="552"/>
                        <a:pt x="260" y="575"/>
                        <a:pt x="260" y="596"/>
                      </a:cubicBezTo>
                      <a:lnTo>
                        <a:pt x="267" y="639"/>
                      </a:lnTo>
                      <a:cubicBezTo>
                        <a:pt x="296" y="639"/>
                        <a:pt x="330" y="647"/>
                        <a:pt x="360" y="647"/>
                      </a:cubicBezTo>
                      <a:lnTo>
                        <a:pt x="360" y="618"/>
                      </a:lnTo>
                      <a:cubicBezTo>
                        <a:pt x="360" y="596"/>
                        <a:pt x="374" y="568"/>
                        <a:pt x="403" y="568"/>
                      </a:cubicBezTo>
                      <a:cubicBezTo>
                        <a:pt x="432" y="568"/>
                        <a:pt x="446" y="589"/>
                        <a:pt x="453" y="611"/>
                      </a:cubicBezTo>
                      <a:lnTo>
                        <a:pt x="453" y="661"/>
                      </a:lnTo>
                      <a:lnTo>
                        <a:pt x="503" y="661"/>
                      </a:lnTo>
                      <a:cubicBezTo>
                        <a:pt x="518" y="661"/>
                        <a:pt x="539" y="668"/>
                        <a:pt x="555" y="668"/>
                      </a:cubicBezTo>
                      <a:lnTo>
                        <a:pt x="546" y="632"/>
                      </a:lnTo>
                      <a:cubicBezTo>
                        <a:pt x="546" y="611"/>
                        <a:pt x="568" y="589"/>
                        <a:pt x="589" y="582"/>
                      </a:cubicBezTo>
                      <a:lnTo>
                        <a:pt x="598" y="582"/>
                      </a:lnTo>
                      <a:cubicBezTo>
                        <a:pt x="619" y="582"/>
                        <a:pt x="641" y="604"/>
                        <a:pt x="641" y="625"/>
                      </a:cubicBezTo>
                      <a:lnTo>
                        <a:pt x="648" y="668"/>
                      </a:lnTo>
                      <a:cubicBezTo>
                        <a:pt x="660" y="670"/>
                        <a:pt x="671" y="671"/>
                        <a:pt x="682" y="671"/>
                      </a:cubicBezTo>
                      <a:cubicBezTo>
                        <a:pt x="703" y="671"/>
                        <a:pt x="721" y="668"/>
                        <a:pt x="741" y="668"/>
                      </a:cubicBezTo>
                      <a:lnTo>
                        <a:pt x="741" y="647"/>
                      </a:lnTo>
                      <a:cubicBezTo>
                        <a:pt x="734" y="625"/>
                        <a:pt x="755" y="604"/>
                        <a:pt x="784" y="596"/>
                      </a:cubicBezTo>
                      <a:cubicBezTo>
                        <a:pt x="791" y="596"/>
                        <a:pt x="798" y="604"/>
                        <a:pt x="798" y="604"/>
                      </a:cubicBezTo>
                      <a:cubicBezTo>
                        <a:pt x="820" y="575"/>
                        <a:pt x="841" y="552"/>
                        <a:pt x="857" y="532"/>
                      </a:cubicBezTo>
                      <a:cubicBezTo>
                        <a:pt x="891" y="489"/>
                        <a:pt x="927" y="445"/>
                        <a:pt x="950" y="416"/>
                      </a:cubicBezTo>
                      <a:lnTo>
                        <a:pt x="719" y="207"/>
                      </a:lnTo>
                      <a:lnTo>
                        <a:pt x="489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4" name="Google Shape;594;p38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" h="1361" extrusionOk="0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5388220" y="4322592"/>
                  <a:ext cx="408574" cy="309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" h="1173" extrusionOk="0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cubicBezTo>
                        <a:pt x="87" y="146"/>
                        <a:pt x="66" y="246"/>
                        <a:pt x="1" y="368"/>
                      </a:cubicBezTo>
                      <a:lnTo>
                        <a:pt x="1367" y="1172"/>
                      </a:lnTo>
                      <a:cubicBezTo>
                        <a:pt x="1453" y="1065"/>
                        <a:pt x="1510" y="943"/>
                        <a:pt x="1546" y="827"/>
                      </a:cubicBezTo>
                      <a:lnTo>
                        <a:pt x="454" y="189"/>
                      </a:lnTo>
                      <a:cubicBezTo>
                        <a:pt x="447" y="180"/>
                        <a:pt x="441" y="167"/>
                        <a:pt x="441" y="160"/>
                      </a:cubicBezTo>
                      <a:lnTo>
                        <a:pt x="425" y="23"/>
                      </a:lnTo>
                      <a:cubicBezTo>
                        <a:pt x="397" y="23"/>
                        <a:pt x="361" y="17"/>
                        <a:pt x="332" y="17"/>
                      </a:cubicBezTo>
                      <a:lnTo>
                        <a:pt x="339" y="117"/>
                      </a:lnTo>
                      <a:cubicBezTo>
                        <a:pt x="346" y="137"/>
                        <a:pt x="325" y="167"/>
                        <a:pt x="296" y="167"/>
                      </a:cubicBezTo>
                      <a:cubicBezTo>
                        <a:pt x="268" y="167"/>
                        <a:pt x="253" y="146"/>
                        <a:pt x="246" y="123"/>
                      </a:cubicBezTo>
                      <a:lnTo>
                        <a:pt x="239" y="1"/>
                      </a:lnTo>
                      <a:lnTo>
                        <a:pt x="216" y="1"/>
                      </a:lnTo>
                      <a:cubicBezTo>
                        <a:pt x="211" y="1"/>
                        <a:pt x="207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6" name="Google Shape;596;p38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" h="1361" extrusionOk="0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7" name="Google Shape;597;p38"/>
                <p:cNvSpPr/>
                <p:nvPr/>
              </p:nvSpPr>
              <p:spPr>
                <a:xfrm>
                  <a:off x="5748992" y="4541016"/>
                  <a:ext cx="47803" cy="9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" h="346" fill="none" extrusionOk="0">
                      <a:moveTo>
                        <a:pt x="180" y="0"/>
                      </a:moveTo>
                      <a:cubicBezTo>
                        <a:pt x="144" y="116"/>
                        <a:pt x="87" y="238"/>
                        <a:pt x="1" y="345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5540347" y="4284031"/>
                  <a:ext cx="189893" cy="136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" h="515" extrusionOk="0">
                      <a:moveTo>
                        <a:pt x="345" y="1"/>
                      </a:moveTo>
                      <a:cubicBezTo>
                        <a:pt x="247" y="1"/>
                        <a:pt x="175" y="21"/>
                        <a:pt x="123" y="47"/>
                      </a:cubicBezTo>
                      <a:cubicBezTo>
                        <a:pt x="94" y="61"/>
                        <a:pt x="65" y="83"/>
                        <a:pt x="51" y="97"/>
                      </a:cubicBezTo>
                      <a:cubicBezTo>
                        <a:pt x="44" y="97"/>
                        <a:pt x="37" y="104"/>
                        <a:pt x="37" y="111"/>
                      </a:cubicBezTo>
                      <a:cubicBezTo>
                        <a:pt x="15" y="133"/>
                        <a:pt x="1" y="147"/>
                        <a:pt x="1" y="147"/>
                      </a:cubicBezTo>
                      <a:lnTo>
                        <a:pt x="44" y="169"/>
                      </a:lnTo>
                      <a:lnTo>
                        <a:pt x="94" y="197"/>
                      </a:lnTo>
                      <a:lnTo>
                        <a:pt x="144" y="226"/>
                      </a:lnTo>
                      <a:lnTo>
                        <a:pt x="244" y="292"/>
                      </a:lnTo>
                      <a:lnTo>
                        <a:pt x="346" y="349"/>
                      </a:lnTo>
                      <a:lnTo>
                        <a:pt x="575" y="485"/>
                      </a:lnTo>
                      <a:lnTo>
                        <a:pt x="632" y="514"/>
                      </a:lnTo>
                      <a:cubicBezTo>
                        <a:pt x="641" y="499"/>
                        <a:pt x="648" y="485"/>
                        <a:pt x="655" y="471"/>
                      </a:cubicBezTo>
                      <a:cubicBezTo>
                        <a:pt x="675" y="435"/>
                        <a:pt x="691" y="399"/>
                        <a:pt x="698" y="363"/>
                      </a:cubicBezTo>
                      <a:cubicBezTo>
                        <a:pt x="705" y="349"/>
                        <a:pt x="705" y="342"/>
                        <a:pt x="705" y="326"/>
                      </a:cubicBezTo>
                      <a:cubicBezTo>
                        <a:pt x="712" y="320"/>
                        <a:pt x="712" y="306"/>
                        <a:pt x="712" y="299"/>
                      </a:cubicBezTo>
                      <a:cubicBezTo>
                        <a:pt x="719" y="276"/>
                        <a:pt x="719" y="256"/>
                        <a:pt x="719" y="240"/>
                      </a:cubicBezTo>
                      <a:lnTo>
                        <a:pt x="719" y="213"/>
                      </a:lnTo>
                      <a:cubicBezTo>
                        <a:pt x="719" y="147"/>
                        <a:pt x="712" y="104"/>
                        <a:pt x="705" y="83"/>
                      </a:cubicBezTo>
                      <a:cubicBezTo>
                        <a:pt x="705" y="76"/>
                        <a:pt x="698" y="76"/>
                        <a:pt x="698" y="76"/>
                      </a:cubicBezTo>
                      <a:lnTo>
                        <a:pt x="691" y="68"/>
                      </a:lnTo>
                      <a:cubicBezTo>
                        <a:pt x="551" y="19"/>
                        <a:pt x="437" y="1"/>
                        <a:pt x="3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extrusionOk="0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0" name="Google Shape;600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extrusionOk="0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5843807" y="4064814"/>
                  <a:ext cx="216832" cy="22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34" extrusionOk="0">
                      <a:moveTo>
                        <a:pt x="153" y="1"/>
                      </a:moveTo>
                      <a:lnTo>
                        <a:pt x="1" y="237"/>
                      </a:lnTo>
                      <a:lnTo>
                        <a:pt x="30" y="259"/>
                      </a:lnTo>
                      <a:lnTo>
                        <a:pt x="260" y="466"/>
                      </a:lnTo>
                      <a:lnTo>
                        <a:pt x="491" y="675"/>
                      </a:lnTo>
                      <a:lnTo>
                        <a:pt x="677" y="834"/>
                      </a:lnTo>
                      <a:lnTo>
                        <a:pt x="820" y="611"/>
                      </a:lnTo>
                      <a:lnTo>
                        <a:pt x="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2" name="Google Shape;602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extrusionOk="0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3" name="Google Shape;603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fill="none" extrusionOk="0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4" name="Google Shape;604;p38"/>
                <p:cNvSpPr/>
                <p:nvPr/>
              </p:nvSpPr>
              <p:spPr>
                <a:xfrm>
                  <a:off x="6108180" y="3435954"/>
                  <a:ext cx="1325027" cy="850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7" h="3222" extrusionOk="0">
                      <a:moveTo>
                        <a:pt x="1372" y="1"/>
                      </a:moveTo>
                      <a:lnTo>
                        <a:pt x="121" y="2382"/>
                      </a:lnTo>
                      <a:lnTo>
                        <a:pt x="0" y="2618"/>
                      </a:lnTo>
                      <a:lnTo>
                        <a:pt x="35" y="2640"/>
                      </a:lnTo>
                      <a:lnTo>
                        <a:pt x="107" y="2697"/>
                      </a:lnTo>
                      <a:lnTo>
                        <a:pt x="561" y="3056"/>
                      </a:lnTo>
                      <a:lnTo>
                        <a:pt x="777" y="3222"/>
                      </a:lnTo>
                      <a:lnTo>
                        <a:pt x="1876" y="1526"/>
                      </a:lnTo>
                      <a:lnTo>
                        <a:pt x="2048" y="1274"/>
                      </a:lnTo>
                      <a:cubicBezTo>
                        <a:pt x="2048" y="1274"/>
                        <a:pt x="2379" y="1403"/>
                        <a:pt x="2702" y="1526"/>
                      </a:cubicBezTo>
                      <a:cubicBezTo>
                        <a:pt x="3019" y="1115"/>
                        <a:pt x="3442" y="786"/>
                        <a:pt x="3953" y="541"/>
                      </a:cubicBezTo>
                      <a:cubicBezTo>
                        <a:pt x="4046" y="498"/>
                        <a:pt x="4141" y="462"/>
                        <a:pt x="4234" y="418"/>
                      </a:cubicBezTo>
                      <a:cubicBezTo>
                        <a:pt x="4291" y="398"/>
                        <a:pt x="4341" y="375"/>
                        <a:pt x="4399" y="355"/>
                      </a:cubicBezTo>
                      <a:cubicBezTo>
                        <a:pt x="4513" y="318"/>
                        <a:pt x="4629" y="275"/>
                        <a:pt x="4744" y="239"/>
                      </a:cubicBezTo>
                      <a:cubicBezTo>
                        <a:pt x="4838" y="210"/>
                        <a:pt x="4931" y="173"/>
                        <a:pt x="5017" y="146"/>
                      </a:cubicBezTo>
                      <a:lnTo>
                        <a:pt x="4622" y="146"/>
                      </a:lnTo>
                      <a:cubicBezTo>
                        <a:pt x="4341" y="146"/>
                        <a:pt x="4098" y="146"/>
                        <a:pt x="4003" y="139"/>
                      </a:cubicBezTo>
                      <a:cubicBezTo>
                        <a:pt x="3996" y="146"/>
                        <a:pt x="3996" y="146"/>
                        <a:pt x="3989" y="146"/>
                      </a:cubicBezTo>
                      <a:cubicBezTo>
                        <a:pt x="3916" y="160"/>
                        <a:pt x="3859" y="166"/>
                        <a:pt x="3813" y="166"/>
                      </a:cubicBezTo>
                      <a:cubicBezTo>
                        <a:pt x="3695" y="166"/>
                        <a:pt x="3652" y="129"/>
                        <a:pt x="3614" y="103"/>
                      </a:cubicBezTo>
                      <a:cubicBezTo>
                        <a:pt x="3594" y="80"/>
                        <a:pt x="3544" y="44"/>
                        <a:pt x="34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5" name="Google Shape;605;p38"/>
                <p:cNvSpPr/>
                <p:nvPr/>
              </p:nvSpPr>
              <p:spPr>
                <a:xfrm>
                  <a:off x="5991972" y="4133220"/>
                  <a:ext cx="264636" cy="335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2" h="1272" extrusionOk="0">
                      <a:moveTo>
                        <a:pt x="475" y="0"/>
                      </a:moveTo>
                      <a:lnTo>
                        <a:pt x="259" y="352"/>
                      </a:lnTo>
                      <a:lnTo>
                        <a:pt x="116" y="575"/>
                      </a:lnTo>
                      <a:lnTo>
                        <a:pt x="66" y="661"/>
                      </a:lnTo>
                      <a:cubicBezTo>
                        <a:pt x="73" y="668"/>
                        <a:pt x="73" y="675"/>
                        <a:pt x="80" y="690"/>
                      </a:cubicBezTo>
                      <a:lnTo>
                        <a:pt x="80" y="718"/>
                      </a:lnTo>
                      <a:lnTo>
                        <a:pt x="80" y="747"/>
                      </a:lnTo>
                      <a:cubicBezTo>
                        <a:pt x="80" y="754"/>
                        <a:pt x="80" y="754"/>
                        <a:pt x="73" y="761"/>
                      </a:cubicBezTo>
                      <a:cubicBezTo>
                        <a:pt x="73" y="761"/>
                        <a:pt x="73" y="768"/>
                        <a:pt x="66" y="777"/>
                      </a:cubicBezTo>
                      <a:lnTo>
                        <a:pt x="66" y="784"/>
                      </a:lnTo>
                      <a:cubicBezTo>
                        <a:pt x="66" y="784"/>
                        <a:pt x="66" y="790"/>
                        <a:pt x="59" y="790"/>
                      </a:cubicBezTo>
                      <a:cubicBezTo>
                        <a:pt x="59" y="797"/>
                        <a:pt x="59" y="797"/>
                        <a:pt x="52" y="797"/>
                      </a:cubicBezTo>
                      <a:cubicBezTo>
                        <a:pt x="52" y="804"/>
                        <a:pt x="52" y="804"/>
                        <a:pt x="44" y="811"/>
                      </a:cubicBezTo>
                      <a:cubicBezTo>
                        <a:pt x="44" y="820"/>
                        <a:pt x="37" y="827"/>
                        <a:pt x="30" y="834"/>
                      </a:cubicBezTo>
                      <a:cubicBezTo>
                        <a:pt x="23" y="840"/>
                        <a:pt x="9" y="847"/>
                        <a:pt x="0" y="847"/>
                      </a:cubicBezTo>
                      <a:cubicBezTo>
                        <a:pt x="37" y="870"/>
                        <a:pt x="66" y="906"/>
                        <a:pt x="95" y="949"/>
                      </a:cubicBezTo>
                      <a:cubicBezTo>
                        <a:pt x="145" y="1042"/>
                        <a:pt x="232" y="1142"/>
                        <a:pt x="332" y="1199"/>
                      </a:cubicBezTo>
                      <a:cubicBezTo>
                        <a:pt x="361" y="1215"/>
                        <a:pt x="382" y="1222"/>
                        <a:pt x="404" y="1236"/>
                      </a:cubicBezTo>
                      <a:cubicBezTo>
                        <a:pt x="440" y="1242"/>
                        <a:pt x="461" y="1258"/>
                        <a:pt x="483" y="1272"/>
                      </a:cubicBezTo>
                      <a:cubicBezTo>
                        <a:pt x="497" y="1222"/>
                        <a:pt x="518" y="1149"/>
                        <a:pt x="561" y="1085"/>
                      </a:cubicBezTo>
                      <a:cubicBezTo>
                        <a:pt x="620" y="992"/>
                        <a:pt x="872" y="604"/>
                        <a:pt x="1001" y="416"/>
                      </a:cubicBezTo>
                      <a:lnTo>
                        <a:pt x="547" y="57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6" name="Google Shape;606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" extrusionOk="0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7" name="Google Shape;607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8" name="Google Shape;608;p38"/>
                <p:cNvSpPr/>
                <p:nvPr/>
              </p:nvSpPr>
              <p:spPr>
                <a:xfrm>
                  <a:off x="5707263" y="4322592"/>
                  <a:ext cx="418082" cy="309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" h="1173" extrusionOk="0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lnTo>
                        <a:pt x="87" y="94"/>
                      </a:lnTo>
                      <a:cubicBezTo>
                        <a:pt x="87" y="110"/>
                        <a:pt x="87" y="130"/>
                        <a:pt x="80" y="153"/>
                      </a:cubicBezTo>
                      <a:cubicBezTo>
                        <a:pt x="80" y="160"/>
                        <a:pt x="80" y="174"/>
                        <a:pt x="73" y="180"/>
                      </a:cubicBezTo>
                      <a:cubicBezTo>
                        <a:pt x="73" y="196"/>
                        <a:pt x="73" y="203"/>
                        <a:pt x="66" y="217"/>
                      </a:cubicBezTo>
                      <a:cubicBezTo>
                        <a:pt x="59" y="253"/>
                        <a:pt x="43" y="289"/>
                        <a:pt x="23" y="325"/>
                      </a:cubicBezTo>
                      <a:cubicBezTo>
                        <a:pt x="16" y="339"/>
                        <a:pt x="9" y="353"/>
                        <a:pt x="0" y="368"/>
                      </a:cubicBezTo>
                      <a:lnTo>
                        <a:pt x="354" y="577"/>
                      </a:lnTo>
                      <a:lnTo>
                        <a:pt x="368" y="584"/>
                      </a:lnTo>
                      <a:lnTo>
                        <a:pt x="1367" y="1172"/>
                      </a:lnTo>
                      <a:cubicBezTo>
                        <a:pt x="1396" y="1145"/>
                        <a:pt x="1410" y="1115"/>
                        <a:pt x="1432" y="1086"/>
                      </a:cubicBezTo>
                      <a:cubicBezTo>
                        <a:pt x="1539" y="907"/>
                        <a:pt x="1582" y="698"/>
                        <a:pt x="1582" y="620"/>
                      </a:cubicBezTo>
                      <a:cubicBezTo>
                        <a:pt x="1582" y="605"/>
                        <a:pt x="1575" y="598"/>
                        <a:pt x="1575" y="591"/>
                      </a:cubicBezTo>
                      <a:cubicBezTo>
                        <a:pt x="1568" y="577"/>
                        <a:pt x="1568" y="562"/>
                        <a:pt x="1561" y="555"/>
                      </a:cubicBezTo>
                      <a:cubicBezTo>
                        <a:pt x="1539" y="541"/>
                        <a:pt x="1518" y="525"/>
                        <a:pt x="1482" y="519"/>
                      </a:cubicBezTo>
                      <a:cubicBezTo>
                        <a:pt x="1460" y="505"/>
                        <a:pt x="1439" y="498"/>
                        <a:pt x="1410" y="482"/>
                      </a:cubicBezTo>
                      <a:cubicBezTo>
                        <a:pt x="1310" y="425"/>
                        <a:pt x="1223" y="325"/>
                        <a:pt x="1173" y="232"/>
                      </a:cubicBezTo>
                      <a:cubicBezTo>
                        <a:pt x="1144" y="189"/>
                        <a:pt x="1115" y="153"/>
                        <a:pt x="1078" y="130"/>
                      </a:cubicBezTo>
                      <a:cubicBezTo>
                        <a:pt x="1072" y="123"/>
                        <a:pt x="1058" y="117"/>
                        <a:pt x="1044" y="117"/>
                      </a:cubicBezTo>
                      <a:cubicBezTo>
                        <a:pt x="1015" y="103"/>
                        <a:pt x="985" y="94"/>
                        <a:pt x="949" y="94"/>
                      </a:cubicBezTo>
                      <a:cubicBezTo>
                        <a:pt x="935" y="87"/>
                        <a:pt x="921" y="87"/>
                        <a:pt x="906" y="87"/>
                      </a:cubicBezTo>
                      <a:lnTo>
                        <a:pt x="921" y="224"/>
                      </a:lnTo>
                      <a:cubicBezTo>
                        <a:pt x="921" y="246"/>
                        <a:pt x="906" y="267"/>
                        <a:pt x="878" y="275"/>
                      </a:cubicBezTo>
                      <a:cubicBezTo>
                        <a:pt x="849" y="275"/>
                        <a:pt x="835" y="253"/>
                        <a:pt x="828" y="232"/>
                      </a:cubicBezTo>
                      <a:lnTo>
                        <a:pt x="813" y="73"/>
                      </a:lnTo>
                      <a:cubicBezTo>
                        <a:pt x="785" y="67"/>
                        <a:pt x="749" y="67"/>
                        <a:pt x="720" y="60"/>
                      </a:cubicBezTo>
                      <a:lnTo>
                        <a:pt x="713" y="67"/>
                      </a:lnTo>
                      <a:lnTo>
                        <a:pt x="727" y="189"/>
                      </a:lnTo>
                      <a:cubicBezTo>
                        <a:pt x="727" y="210"/>
                        <a:pt x="713" y="232"/>
                        <a:pt x="683" y="239"/>
                      </a:cubicBezTo>
                      <a:cubicBezTo>
                        <a:pt x="656" y="239"/>
                        <a:pt x="640" y="217"/>
                        <a:pt x="633" y="196"/>
                      </a:cubicBezTo>
                      <a:lnTo>
                        <a:pt x="633" y="167"/>
                      </a:lnTo>
                      <a:lnTo>
                        <a:pt x="620" y="51"/>
                      </a:lnTo>
                      <a:cubicBezTo>
                        <a:pt x="590" y="44"/>
                        <a:pt x="554" y="37"/>
                        <a:pt x="526" y="37"/>
                      </a:cubicBezTo>
                      <a:lnTo>
                        <a:pt x="533" y="153"/>
                      </a:lnTo>
                      <a:cubicBezTo>
                        <a:pt x="533" y="174"/>
                        <a:pt x="518" y="203"/>
                        <a:pt x="490" y="203"/>
                      </a:cubicBezTo>
                      <a:cubicBezTo>
                        <a:pt x="461" y="203"/>
                        <a:pt x="447" y="180"/>
                        <a:pt x="440" y="160"/>
                      </a:cubicBezTo>
                      <a:lnTo>
                        <a:pt x="432" y="23"/>
                      </a:lnTo>
                      <a:lnTo>
                        <a:pt x="404" y="23"/>
                      </a:lnTo>
                      <a:cubicBezTo>
                        <a:pt x="397" y="23"/>
                        <a:pt x="388" y="23"/>
                        <a:pt x="375" y="17"/>
                      </a:cubicBezTo>
                      <a:lnTo>
                        <a:pt x="331" y="17"/>
                      </a:lnTo>
                      <a:lnTo>
                        <a:pt x="338" y="117"/>
                      </a:lnTo>
                      <a:cubicBezTo>
                        <a:pt x="345" y="137"/>
                        <a:pt x="325" y="167"/>
                        <a:pt x="295" y="167"/>
                      </a:cubicBezTo>
                      <a:cubicBezTo>
                        <a:pt x="275" y="167"/>
                        <a:pt x="252" y="146"/>
                        <a:pt x="245" y="123"/>
                      </a:cubicBezTo>
                      <a:lnTo>
                        <a:pt x="238" y="1"/>
                      </a:lnTo>
                      <a:lnTo>
                        <a:pt x="216" y="1"/>
                      </a:lnTo>
                      <a:cubicBezTo>
                        <a:pt x="211" y="1"/>
                        <a:pt x="206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09" name="Google Shape;609;p38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0" name="Google Shape;610;p38"/>
                <p:cNvSpPr/>
                <p:nvPr/>
              </p:nvSpPr>
              <p:spPr>
                <a:xfrm>
                  <a:off x="5508125" y="4322592"/>
                  <a:ext cx="560172" cy="359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" h="1361" extrusionOk="0">
                      <a:moveTo>
                        <a:pt x="123" y="1"/>
                      </a:moveTo>
                      <a:lnTo>
                        <a:pt x="100" y="37"/>
                      </a:lnTo>
                      <a:lnTo>
                        <a:pt x="73" y="80"/>
                      </a:lnTo>
                      <a:lnTo>
                        <a:pt x="0" y="189"/>
                      </a:lnTo>
                      <a:lnTo>
                        <a:pt x="1092" y="827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1122" y="584"/>
                      </a:lnTo>
                      <a:lnTo>
                        <a:pt x="1108" y="577"/>
                      </a:lnTo>
                      <a:lnTo>
                        <a:pt x="754" y="368"/>
                      </a:lnTo>
                      <a:lnTo>
                        <a:pt x="697" y="339"/>
                      </a:lnTo>
                      <a:lnTo>
                        <a:pt x="468" y="203"/>
                      </a:lnTo>
                      <a:lnTo>
                        <a:pt x="366" y="146"/>
                      </a:lnTo>
                      <a:lnTo>
                        <a:pt x="266" y="80"/>
                      </a:lnTo>
                      <a:lnTo>
                        <a:pt x="216" y="51"/>
                      </a:lnTo>
                      <a:lnTo>
                        <a:pt x="166" y="23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1" name="Google Shape;611;p38"/>
                <p:cNvSpPr/>
                <p:nvPr/>
              </p:nvSpPr>
              <p:spPr>
                <a:xfrm>
                  <a:off x="5726279" y="4295652"/>
                  <a:ext cx="44106" cy="4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169" extrusionOk="0">
                      <a:moveTo>
                        <a:pt x="97" y="1"/>
                      </a:moveTo>
                      <a:cubicBezTo>
                        <a:pt x="23" y="1"/>
                        <a:pt x="1" y="39"/>
                        <a:pt x="1" y="39"/>
                      </a:cubicBezTo>
                      <a:cubicBezTo>
                        <a:pt x="8" y="60"/>
                        <a:pt x="15" y="103"/>
                        <a:pt x="15" y="169"/>
                      </a:cubicBezTo>
                      <a:cubicBezTo>
                        <a:pt x="15" y="169"/>
                        <a:pt x="35" y="103"/>
                        <a:pt x="130" y="103"/>
                      </a:cubicBezTo>
                      <a:cubicBezTo>
                        <a:pt x="134" y="103"/>
                        <a:pt x="139" y="103"/>
                        <a:pt x="144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4" y="3"/>
                        <a:pt x="137" y="3"/>
                        <a:pt x="130" y="3"/>
                      </a:cubicBezTo>
                      <a:cubicBezTo>
                        <a:pt x="118" y="1"/>
                        <a:pt x="10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2" name="Google Shape;612;p38"/>
                <p:cNvSpPr/>
                <p:nvPr/>
              </p:nvSpPr>
              <p:spPr>
                <a:xfrm>
                  <a:off x="5792834" y="4301727"/>
                  <a:ext cx="28524" cy="27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03" extrusionOk="0">
                      <a:moveTo>
                        <a:pt x="1" y="1"/>
                      </a:moveTo>
                      <a:lnTo>
                        <a:pt x="7" y="96"/>
                      </a:lnTo>
                      <a:lnTo>
                        <a:pt x="51" y="96"/>
                      </a:lnTo>
                      <a:cubicBezTo>
                        <a:pt x="58" y="102"/>
                        <a:pt x="73" y="102"/>
                        <a:pt x="80" y="102"/>
                      </a:cubicBezTo>
                      <a:lnTo>
                        <a:pt x="108" y="102"/>
                      </a:lnTo>
                      <a:lnTo>
                        <a:pt x="94" y="9"/>
                      </a:lnTo>
                      <a:cubicBezTo>
                        <a:pt x="64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3" name="Google Shape;613;p38"/>
                <p:cNvSpPr/>
                <p:nvPr/>
              </p:nvSpPr>
              <p:spPr>
                <a:xfrm>
                  <a:off x="5841958" y="4307801"/>
                  <a:ext cx="29052" cy="28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108" extrusionOk="0">
                      <a:moveTo>
                        <a:pt x="1" y="0"/>
                      </a:moveTo>
                      <a:lnTo>
                        <a:pt x="16" y="93"/>
                      </a:lnTo>
                      <a:cubicBezTo>
                        <a:pt x="44" y="93"/>
                        <a:pt x="80" y="100"/>
                        <a:pt x="110" y="107"/>
                      </a:cubicBezTo>
                      <a:lnTo>
                        <a:pt x="103" y="7"/>
                      </a:lnTo>
                      <a:cubicBezTo>
                        <a:pt x="87" y="7"/>
                        <a:pt x="66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4" name="Google Shape;614;p38"/>
                <p:cNvSpPr/>
                <p:nvPr/>
              </p:nvSpPr>
              <p:spPr>
                <a:xfrm>
                  <a:off x="5893460" y="4309386"/>
                  <a:ext cx="28524" cy="3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24" extrusionOk="0">
                      <a:moveTo>
                        <a:pt x="94" y="1"/>
                      </a:moveTo>
                      <a:cubicBezTo>
                        <a:pt x="74" y="1"/>
                        <a:pt x="56" y="4"/>
                        <a:pt x="35" y="4"/>
                      </a:cubicBezTo>
                      <a:cubicBezTo>
                        <a:pt x="24" y="4"/>
                        <a:pt x="13" y="3"/>
                        <a:pt x="1" y="1"/>
                      </a:cubicBezTo>
                      <a:lnTo>
                        <a:pt x="1" y="1"/>
                      </a:lnTo>
                      <a:lnTo>
                        <a:pt x="8" y="110"/>
                      </a:lnTo>
                      <a:lnTo>
                        <a:pt x="15" y="110"/>
                      </a:lnTo>
                      <a:cubicBezTo>
                        <a:pt x="44" y="117"/>
                        <a:pt x="80" y="117"/>
                        <a:pt x="108" y="123"/>
                      </a:cubicBezTo>
                      <a:lnTo>
                        <a:pt x="94" y="8"/>
                      </a:lnTo>
                      <a:lnTo>
                        <a:pt x="9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5" name="Google Shape;615;p38"/>
                <p:cNvSpPr/>
                <p:nvPr/>
              </p:nvSpPr>
              <p:spPr>
                <a:xfrm>
                  <a:off x="5942848" y="4293803"/>
                  <a:ext cx="70253" cy="6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40" extrusionOk="0">
                      <a:moveTo>
                        <a:pt x="187" y="0"/>
                      </a:moveTo>
                      <a:cubicBezTo>
                        <a:pt x="181" y="0"/>
                        <a:pt x="177" y="1"/>
                        <a:pt x="173" y="3"/>
                      </a:cubicBezTo>
                      <a:lnTo>
                        <a:pt x="166" y="3"/>
                      </a:lnTo>
                      <a:cubicBezTo>
                        <a:pt x="159" y="3"/>
                        <a:pt x="152" y="3"/>
                        <a:pt x="143" y="10"/>
                      </a:cubicBezTo>
                      <a:lnTo>
                        <a:pt x="130" y="10"/>
                      </a:lnTo>
                      <a:cubicBezTo>
                        <a:pt x="116" y="17"/>
                        <a:pt x="100" y="24"/>
                        <a:pt x="80" y="24"/>
                      </a:cubicBezTo>
                      <a:cubicBezTo>
                        <a:pt x="57" y="31"/>
                        <a:pt x="29" y="46"/>
                        <a:pt x="0" y="46"/>
                      </a:cubicBezTo>
                      <a:lnTo>
                        <a:pt x="14" y="196"/>
                      </a:lnTo>
                      <a:cubicBezTo>
                        <a:pt x="29" y="196"/>
                        <a:pt x="43" y="196"/>
                        <a:pt x="57" y="203"/>
                      </a:cubicBezTo>
                      <a:cubicBezTo>
                        <a:pt x="93" y="203"/>
                        <a:pt x="123" y="212"/>
                        <a:pt x="152" y="226"/>
                      </a:cubicBezTo>
                      <a:cubicBezTo>
                        <a:pt x="166" y="226"/>
                        <a:pt x="180" y="232"/>
                        <a:pt x="186" y="239"/>
                      </a:cubicBezTo>
                      <a:cubicBezTo>
                        <a:pt x="195" y="239"/>
                        <a:pt x="209" y="232"/>
                        <a:pt x="216" y="226"/>
                      </a:cubicBezTo>
                      <a:cubicBezTo>
                        <a:pt x="223" y="219"/>
                        <a:pt x="230" y="212"/>
                        <a:pt x="230" y="203"/>
                      </a:cubicBezTo>
                      <a:cubicBezTo>
                        <a:pt x="238" y="196"/>
                        <a:pt x="238" y="196"/>
                        <a:pt x="238" y="189"/>
                      </a:cubicBezTo>
                      <a:cubicBezTo>
                        <a:pt x="245" y="189"/>
                        <a:pt x="245" y="189"/>
                        <a:pt x="245" y="182"/>
                      </a:cubicBezTo>
                      <a:cubicBezTo>
                        <a:pt x="252" y="182"/>
                        <a:pt x="252" y="176"/>
                        <a:pt x="252" y="176"/>
                      </a:cubicBezTo>
                      <a:lnTo>
                        <a:pt x="252" y="169"/>
                      </a:lnTo>
                      <a:cubicBezTo>
                        <a:pt x="259" y="160"/>
                        <a:pt x="259" y="153"/>
                        <a:pt x="259" y="153"/>
                      </a:cubicBezTo>
                      <a:cubicBezTo>
                        <a:pt x="266" y="146"/>
                        <a:pt x="266" y="146"/>
                        <a:pt x="266" y="139"/>
                      </a:cubicBezTo>
                      <a:lnTo>
                        <a:pt x="266" y="110"/>
                      </a:lnTo>
                      <a:lnTo>
                        <a:pt x="266" y="82"/>
                      </a:lnTo>
                      <a:cubicBezTo>
                        <a:pt x="259" y="67"/>
                        <a:pt x="259" y="60"/>
                        <a:pt x="252" y="53"/>
                      </a:cubicBezTo>
                      <a:cubicBezTo>
                        <a:pt x="252" y="46"/>
                        <a:pt x="245" y="39"/>
                        <a:pt x="245" y="31"/>
                      </a:cubicBezTo>
                      <a:cubicBezTo>
                        <a:pt x="245" y="31"/>
                        <a:pt x="238" y="31"/>
                        <a:pt x="238" y="24"/>
                      </a:cubicBezTo>
                      <a:cubicBezTo>
                        <a:pt x="238" y="24"/>
                        <a:pt x="230" y="24"/>
                        <a:pt x="230" y="17"/>
                      </a:cubicBezTo>
                      <a:cubicBezTo>
                        <a:pt x="230" y="17"/>
                        <a:pt x="223" y="17"/>
                        <a:pt x="223" y="10"/>
                      </a:cubicBezTo>
                      <a:cubicBezTo>
                        <a:pt x="213" y="5"/>
                        <a:pt x="199" y="0"/>
                        <a:pt x="18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6" name="Google Shape;616;p38"/>
                <p:cNvSpPr/>
                <p:nvPr/>
              </p:nvSpPr>
              <p:spPr>
                <a:xfrm>
                  <a:off x="5766423" y="4279013"/>
                  <a:ext cx="32221" cy="87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332" extrusionOk="0">
                      <a:moveTo>
                        <a:pt x="44" y="0"/>
                      </a:moveTo>
                      <a:cubicBezTo>
                        <a:pt x="21" y="0"/>
                        <a:pt x="1" y="30"/>
                        <a:pt x="7" y="52"/>
                      </a:cubicBezTo>
                      <a:lnTo>
                        <a:pt x="7" y="73"/>
                      </a:lnTo>
                      <a:lnTo>
                        <a:pt x="14" y="166"/>
                      </a:lnTo>
                      <a:lnTo>
                        <a:pt x="21" y="288"/>
                      </a:lnTo>
                      <a:cubicBezTo>
                        <a:pt x="28" y="311"/>
                        <a:pt x="51" y="332"/>
                        <a:pt x="71" y="332"/>
                      </a:cubicBezTo>
                      <a:cubicBezTo>
                        <a:pt x="101" y="332"/>
                        <a:pt x="121" y="302"/>
                        <a:pt x="114" y="282"/>
                      </a:cubicBezTo>
                      <a:lnTo>
                        <a:pt x="107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1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7" name="Google Shape;617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" extrusionOk="0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8" name="Google Shape;618;p38"/>
                <p:cNvSpPr/>
                <p:nvPr/>
              </p:nvSpPr>
              <p:spPr>
                <a:xfrm>
                  <a:off x="5817396" y="4282974"/>
                  <a:ext cx="30901" cy="9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353" extrusionOk="0">
                      <a:moveTo>
                        <a:pt x="44" y="1"/>
                      </a:moveTo>
                      <a:cubicBezTo>
                        <a:pt x="15" y="1"/>
                        <a:pt x="1" y="29"/>
                        <a:pt x="1" y="51"/>
                      </a:cubicBezTo>
                      <a:lnTo>
                        <a:pt x="1" y="80"/>
                      </a:lnTo>
                      <a:lnTo>
                        <a:pt x="15" y="173"/>
                      </a:lnTo>
                      <a:lnTo>
                        <a:pt x="23" y="310"/>
                      </a:lnTo>
                      <a:cubicBezTo>
                        <a:pt x="30" y="330"/>
                        <a:pt x="44" y="353"/>
                        <a:pt x="73" y="353"/>
                      </a:cubicBezTo>
                      <a:cubicBezTo>
                        <a:pt x="101" y="353"/>
                        <a:pt x="116" y="324"/>
                        <a:pt x="116" y="303"/>
                      </a:cubicBezTo>
                      <a:lnTo>
                        <a:pt x="109" y="187"/>
                      </a:lnTo>
                      <a:lnTo>
                        <a:pt x="94" y="94"/>
                      </a:lnTo>
                      <a:lnTo>
                        <a:pt x="94" y="44"/>
                      </a:lnTo>
                      <a:cubicBezTo>
                        <a:pt x="87" y="22"/>
                        <a:pt x="73" y="1"/>
                        <a:pt x="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19" name="Google Shape;619;p38"/>
                <p:cNvSpPr/>
                <p:nvPr/>
              </p:nvSpPr>
              <p:spPr>
                <a:xfrm>
                  <a:off x="5866785" y="4286672"/>
                  <a:ext cx="32485" cy="99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376" extrusionOk="0">
                      <a:moveTo>
                        <a:pt x="43" y="1"/>
                      </a:moveTo>
                      <a:cubicBezTo>
                        <a:pt x="22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16" y="187"/>
                      </a:lnTo>
                      <a:lnTo>
                        <a:pt x="29" y="303"/>
                      </a:lnTo>
                      <a:lnTo>
                        <a:pt x="29" y="332"/>
                      </a:lnTo>
                      <a:cubicBezTo>
                        <a:pt x="36" y="353"/>
                        <a:pt x="52" y="375"/>
                        <a:pt x="79" y="375"/>
                      </a:cubicBezTo>
                      <a:cubicBezTo>
                        <a:pt x="109" y="368"/>
                        <a:pt x="123" y="346"/>
                        <a:pt x="123" y="325"/>
                      </a:cubicBezTo>
                      <a:lnTo>
                        <a:pt x="109" y="203"/>
                      </a:lnTo>
                      <a:lnTo>
                        <a:pt x="109" y="196"/>
                      </a:lnTo>
                      <a:lnTo>
                        <a:pt x="102" y="87"/>
                      </a:lnTo>
                      <a:lnTo>
                        <a:pt x="95" y="44"/>
                      </a:lnTo>
                      <a:cubicBezTo>
                        <a:pt x="95" y="23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0" name="Google Shape;620;p38"/>
                <p:cNvSpPr/>
                <p:nvPr/>
              </p:nvSpPr>
              <p:spPr>
                <a:xfrm>
                  <a:off x="5916437" y="4290370"/>
                  <a:ext cx="34334" cy="105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398" extrusionOk="0">
                      <a:moveTo>
                        <a:pt x="50" y="1"/>
                      </a:moveTo>
                      <a:cubicBezTo>
                        <a:pt x="21" y="9"/>
                        <a:pt x="0" y="30"/>
                        <a:pt x="7" y="52"/>
                      </a:cubicBezTo>
                      <a:lnTo>
                        <a:pt x="7" y="73"/>
                      </a:lnTo>
                      <a:lnTo>
                        <a:pt x="14" y="73"/>
                      </a:lnTo>
                      <a:lnTo>
                        <a:pt x="7" y="80"/>
                      </a:lnTo>
                      <a:lnTo>
                        <a:pt x="21" y="195"/>
                      </a:lnTo>
                      <a:lnTo>
                        <a:pt x="36" y="354"/>
                      </a:lnTo>
                      <a:cubicBezTo>
                        <a:pt x="43" y="375"/>
                        <a:pt x="57" y="397"/>
                        <a:pt x="86" y="397"/>
                      </a:cubicBezTo>
                      <a:cubicBezTo>
                        <a:pt x="114" y="389"/>
                        <a:pt x="129" y="368"/>
                        <a:pt x="129" y="346"/>
                      </a:cubicBezTo>
                      <a:lnTo>
                        <a:pt x="114" y="209"/>
                      </a:lnTo>
                      <a:lnTo>
                        <a:pt x="100" y="59"/>
                      </a:lnTo>
                      <a:lnTo>
                        <a:pt x="100" y="44"/>
                      </a:lnTo>
                      <a:cubicBezTo>
                        <a:pt x="93" y="30"/>
                        <a:pt x="86" y="16"/>
                        <a:pt x="64" y="9"/>
                      </a:cubicBezTo>
                      <a:cubicBezTo>
                        <a:pt x="64" y="9"/>
                        <a:pt x="57" y="1"/>
                        <a:pt x="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1" name="Google Shape;621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2" name="Google Shape;622;p38"/>
                <p:cNvSpPr/>
                <p:nvPr/>
              </p:nvSpPr>
              <p:spPr>
                <a:xfrm>
                  <a:off x="6620815" y="3572766"/>
                  <a:ext cx="47539" cy="199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757" fill="none" extrusionOk="0">
                      <a:moveTo>
                        <a:pt x="107" y="756"/>
                      </a:moveTo>
                      <a:cubicBezTo>
                        <a:pt x="107" y="756"/>
                        <a:pt x="180" y="332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3" name="Google Shape;623;p38"/>
                <p:cNvSpPr/>
                <p:nvPr/>
              </p:nvSpPr>
              <p:spPr>
                <a:xfrm>
                  <a:off x="6140137" y="4064814"/>
                  <a:ext cx="209173" cy="16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39" fill="none" extrusionOk="0">
                      <a:moveTo>
                        <a:pt x="792" y="639"/>
                      </a:moveTo>
                      <a:lnTo>
                        <a:pt x="0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4" name="Google Shape;624;p38"/>
                <p:cNvSpPr/>
                <p:nvPr/>
              </p:nvSpPr>
              <p:spPr>
                <a:xfrm>
                  <a:off x="6140137" y="4064814"/>
                  <a:ext cx="264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5" name="Google Shape;625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" h="15" extrusionOk="0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6" name="Google Shape;626;p38"/>
                <p:cNvSpPr/>
                <p:nvPr/>
              </p:nvSpPr>
              <p:spPr>
                <a:xfrm>
                  <a:off x="7085381" y="2066775"/>
                  <a:ext cx="744783" cy="756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865" extrusionOk="0">
                      <a:moveTo>
                        <a:pt x="1412" y="1"/>
                      </a:moveTo>
                      <a:cubicBezTo>
                        <a:pt x="1175" y="1"/>
                        <a:pt x="962" y="65"/>
                        <a:pt x="843" y="139"/>
                      </a:cubicBezTo>
                      <a:cubicBezTo>
                        <a:pt x="418" y="391"/>
                        <a:pt x="1" y="1017"/>
                        <a:pt x="634" y="1190"/>
                      </a:cubicBezTo>
                      <a:lnTo>
                        <a:pt x="634" y="1088"/>
                      </a:lnTo>
                      <a:cubicBezTo>
                        <a:pt x="634" y="858"/>
                        <a:pt x="670" y="636"/>
                        <a:pt x="820" y="456"/>
                      </a:cubicBezTo>
                      <a:cubicBezTo>
                        <a:pt x="856" y="563"/>
                        <a:pt x="922" y="679"/>
                        <a:pt x="1008" y="786"/>
                      </a:cubicBezTo>
                      <a:cubicBezTo>
                        <a:pt x="1079" y="872"/>
                        <a:pt x="1158" y="952"/>
                        <a:pt x="1267" y="1024"/>
                      </a:cubicBezTo>
                      <a:cubicBezTo>
                        <a:pt x="1274" y="1031"/>
                        <a:pt x="1281" y="1038"/>
                        <a:pt x="1295" y="1045"/>
                      </a:cubicBezTo>
                      <a:lnTo>
                        <a:pt x="1310" y="1060"/>
                      </a:lnTo>
                      <a:cubicBezTo>
                        <a:pt x="1569" y="1226"/>
                        <a:pt x="1798" y="1297"/>
                        <a:pt x="1950" y="1326"/>
                      </a:cubicBezTo>
                      <a:cubicBezTo>
                        <a:pt x="1983" y="1285"/>
                        <a:pt x="2058" y="1210"/>
                        <a:pt x="2153" y="1210"/>
                      </a:cubicBezTo>
                      <a:cubicBezTo>
                        <a:pt x="2157" y="1210"/>
                        <a:pt x="2162" y="1210"/>
                        <a:pt x="2166" y="1210"/>
                      </a:cubicBezTo>
                      <a:cubicBezTo>
                        <a:pt x="2209" y="1217"/>
                        <a:pt x="2236" y="1247"/>
                        <a:pt x="2252" y="1283"/>
                      </a:cubicBezTo>
                      <a:cubicBezTo>
                        <a:pt x="2252" y="1297"/>
                        <a:pt x="2259" y="1319"/>
                        <a:pt x="2252" y="1340"/>
                      </a:cubicBezTo>
                      <a:cubicBezTo>
                        <a:pt x="2252" y="1419"/>
                        <a:pt x="2216" y="1512"/>
                        <a:pt x="2166" y="1578"/>
                      </a:cubicBezTo>
                      <a:cubicBezTo>
                        <a:pt x="2080" y="1685"/>
                        <a:pt x="1941" y="1728"/>
                        <a:pt x="1871" y="1728"/>
                      </a:cubicBezTo>
                      <a:cubicBezTo>
                        <a:pt x="1864" y="1837"/>
                        <a:pt x="1855" y="1980"/>
                        <a:pt x="1864" y="2088"/>
                      </a:cubicBezTo>
                      <a:cubicBezTo>
                        <a:pt x="1871" y="2268"/>
                        <a:pt x="2028" y="2418"/>
                        <a:pt x="2028" y="2418"/>
                      </a:cubicBezTo>
                      <a:cubicBezTo>
                        <a:pt x="2028" y="2418"/>
                        <a:pt x="2388" y="2597"/>
                        <a:pt x="2502" y="2699"/>
                      </a:cubicBezTo>
                      <a:cubicBezTo>
                        <a:pt x="2568" y="2756"/>
                        <a:pt x="2611" y="2806"/>
                        <a:pt x="2647" y="2865"/>
                      </a:cubicBezTo>
                      <a:cubicBezTo>
                        <a:pt x="2820" y="2590"/>
                        <a:pt x="2668" y="2252"/>
                        <a:pt x="2518" y="2016"/>
                      </a:cubicBezTo>
                      <a:cubicBezTo>
                        <a:pt x="2359" y="1764"/>
                        <a:pt x="2388" y="1605"/>
                        <a:pt x="2452" y="1117"/>
                      </a:cubicBezTo>
                      <a:cubicBezTo>
                        <a:pt x="2459" y="1103"/>
                        <a:pt x="2459" y="1081"/>
                        <a:pt x="2459" y="1060"/>
                      </a:cubicBezTo>
                      <a:cubicBezTo>
                        <a:pt x="2495" y="772"/>
                        <a:pt x="2395" y="370"/>
                        <a:pt x="1957" y="132"/>
                      </a:cubicBezTo>
                      <a:cubicBezTo>
                        <a:pt x="1781" y="37"/>
                        <a:pt x="1590" y="1"/>
                        <a:pt x="14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7" name="Google Shape;627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" h="15" extrusionOk="0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8" name="Google Shape;628;p38"/>
                <p:cNvSpPr/>
                <p:nvPr/>
              </p:nvSpPr>
              <p:spPr>
                <a:xfrm>
                  <a:off x="7244903" y="2187212"/>
                  <a:ext cx="437098" cy="4426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676" extrusionOk="0">
                      <a:moveTo>
                        <a:pt x="123" y="740"/>
                      </a:moveTo>
                      <a:cubicBezTo>
                        <a:pt x="139" y="740"/>
                        <a:pt x="145" y="747"/>
                        <a:pt x="152" y="754"/>
                      </a:cubicBezTo>
                      <a:cubicBezTo>
                        <a:pt x="166" y="770"/>
                        <a:pt x="173" y="791"/>
                        <a:pt x="173" y="820"/>
                      </a:cubicBezTo>
                      <a:cubicBezTo>
                        <a:pt x="173" y="856"/>
                        <a:pt x="152" y="891"/>
                        <a:pt x="123" y="891"/>
                      </a:cubicBezTo>
                      <a:cubicBezTo>
                        <a:pt x="95" y="891"/>
                        <a:pt x="73" y="856"/>
                        <a:pt x="73" y="820"/>
                      </a:cubicBezTo>
                      <a:cubicBezTo>
                        <a:pt x="73" y="784"/>
                        <a:pt x="87" y="754"/>
                        <a:pt x="102" y="747"/>
                      </a:cubicBezTo>
                      <a:cubicBezTo>
                        <a:pt x="109" y="747"/>
                        <a:pt x="116" y="740"/>
                        <a:pt x="123" y="740"/>
                      </a:cubicBezTo>
                      <a:close/>
                      <a:moveTo>
                        <a:pt x="656" y="734"/>
                      </a:moveTo>
                      <a:cubicBezTo>
                        <a:pt x="691" y="734"/>
                        <a:pt x="720" y="770"/>
                        <a:pt x="720" y="820"/>
                      </a:cubicBezTo>
                      <a:cubicBezTo>
                        <a:pt x="720" y="863"/>
                        <a:pt x="691" y="899"/>
                        <a:pt x="656" y="899"/>
                      </a:cubicBezTo>
                      <a:cubicBezTo>
                        <a:pt x="620" y="899"/>
                        <a:pt x="591" y="863"/>
                        <a:pt x="591" y="820"/>
                      </a:cubicBezTo>
                      <a:cubicBezTo>
                        <a:pt x="591" y="770"/>
                        <a:pt x="620" y="734"/>
                        <a:pt x="656" y="734"/>
                      </a:cubicBezTo>
                      <a:close/>
                      <a:moveTo>
                        <a:pt x="216" y="0"/>
                      </a:moveTo>
                      <a:cubicBezTo>
                        <a:pt x="66" y="180"/>
                        <a:pt x="30" y="402"/>
                        <a:pt x="30" y="632"/>
                      </a:cubicBezTo>
                      <a:lnTo>
                        <a:pt x="30" y="734"/>
                      </a:lnTo>
                      <a:cubicBezTo>
                        <a:pt x="30" y="934"/>
                        <a:pt x="30" y="963"/>
                        <a:pt x="16" y="1092"/>
                      </a:cubicBezTo>
                      <a:cubicBezTo>
                        <a:pt x="1" y="1208"/>
                        <a:pt x="73" y="1437"/>
                        <a:pt x="182" y="1567"/>
                      </a:cubicBezTo>
                      <a:lnTo>
                        <a:pt x="268" y="1567"/>
                      </a:lnTo>
                      <a:cubicBezTo>
                        <a:pt x="318" y="1567"/>
                        <a:pt x="368" y="1581"/>
                        <a:pt x="404" y="1617"/>
                      </a:cubicBezTo>
                      <a:cubicBezTo>
                        <a:pt x="418" y="1639"/>
                        <a:pt x="447" y="1653"/>
                        <a:pt x="468" y="1675"/>
                      </a:cubicBezTo>
                      <a:lnTo>
                        <a:pt x="534" y="1675"/>
                      </a:lnTo>
                      <a:cubicBezTo>
                        <a:pt x="540" y="1667"/>
                        <a:pt x="540" y="1667"/>
                        <a:pt x="547" y="1667"/>
                      </a:cubicBezTo>
                      <a:cubicBezTo>
                        <a:pt x="785" y="1639"/>
                        <a:pt x="1087" y="1517"/>
                        <a:pt x="1237" y="1272"/>
                      </a:cubicBezTo>
                      <a:lnTo>
                        <a:pt x="1267" y="1272"/>
                      </a:lnTo>
                      <a:cubicBezTo>
                        <a:pt x="1337" y="1272"/>
                        <a:pt x="1476" y="1229"/>
                        <a:pt x="1562" y="1122"/>
                      </a:cubicBezTo>
                      <a:cubicBezTo>
                        <a:pt x="1612" y="1056"/>
                        <a:pt x="1648" y="963"/>
                        <a:pt x="1648" y="884"/>
                      </a:cubicBezTo>
                      <a:cubicBezTo>
                        <a:pt x="1655" y="863"/>
                        <a:pt x="1648" y="841"/>
                        <a:pt x="1648" y="827"/>
                      </a:cubicBezTo>
                      <a:cubicBezTo>
                        <a:pt x="1632" y="791"/>
                        <a:pt x="1605" y="761"/>
                        <a:pt x="1562" y="754"/>
                      </a:cubicBezTo>
                      <a:cubicBezTo>
                        <a:pt x="1558" y="754"/>
                        <a:pt x="1553" y="754"/>
                        <a:pt x="1549" y="754"/>
                      </a:cubicBezTo>
                      <a:cubicBezTo>
                        <a:pt x="1454" y="754"/>
                        <a:pt x="1379" y="829"/>
                        <a:pt x="1346" y="870"/>
                      </a:cubicBezTo>
                      <a:cubicBezTo>
                        <a:pt x="1194" y="841"/>
                        <a:pt x="965" y="770"/>
                        <a:pt x="706" y="604"/>
                      </a:cubicBezTo>
                      <a:lnTo>
                        <a:pt x="691" y="589"/>
                      </a:lnTo>
                      <a:cubicBezTo>
                        <a:pt x="677" y="582"/>
                        <a:pt x="670" y="575"/>
                        <a:pt x="663" y="568"/>
                      </a:cubicBezTo>
                      <a:cubicBezTo>
                        <a:pt x="554" y="496"/>
                        <a:pt x="475" y="416"/>
                        <a:pt x="404" y="330"/>
                      </a:cubicBezTo>
                      <a:cubicBezTo>
                        <a:pt x="318" y="223"/>
                        <a:pt x="252" y="107"/>
                        <a:pt x="216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29" name="Google Shape;629;p38"/>
                <p:cNvSpPr/>
                <p:nvPr/>
              </p:nvSpPr>
              <p:spPr>
                <a:xfrm>
                  <a:off x="7400727" y="2380809"/>
                  <a:ext cx="34334" cy="44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67" extrusionOk="0">
                      <a:moveTo>
                        <a:pt x="66" y="1"/>
                      </a:moveTo>
                      <a:cubicBezTo>
                        <a:pt x="30" y="1"/>
                        <a:pt x="1" y="37"/>
                        <a:pt x="1" y="87"/>
                      </a:cubicBezTo>
                      <a:cubicBezTo>
                        <a:pt x="1" y="130"/>
                        <a:pt x="30" y="166"/>
                        <a:pt x="66" y="166"/>
                      </a:cubicBezTo>
                      <a:cubicBezTo>
                        <a:pt x="101" y="166"/>
                        <a:pt x="130" y="130"/>
                        <a:pt x="130" y="87"/>
                      </a:cubicBezTo>
                      <a:cubicBezTo>
                        <a:pt x="130" y="37"/>
                        <a:pt x="101" y="1"/>
                        <a:pt x="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0" name="Google Shape;630;p38"/>
                <p:cNvSpPr/>
                <p:nvPr/>
              </p:nvSpPr>
              <p:spPr>
                <a:xfrm>
                  <a:off x="7263919" y="2384507"/>
                  <a:ext cx="26939" cy="38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44" extrusionOk="0">
                      <a:moveTo>
                        <a:pt x="30" y="0"/>
                      </a:moveTo>
                      <a:cubicBezTo>
                        <a:pt x="15" y="7"/>
                        <a:pt x="1" y="37"/>
                        <a:pt x="1" y="73"/>
                      </a:cubicBezTo>
                      <a:cubicBezTo>
                        <a:pt x="1" y="109"/>
                        <a:pt x="23" y="144"/>
                        <a:pt x="51" y="144"/>
                      </a:cubicBezTo>
                      <a:cubicBezTo>
                        <a:pt x="80" y="144"/>
                        <a:pt x="101" y="109"/>
                        <a:pt x="101" y="73"/>
                      </a:cubicBezTo>
                      <a:cubicBezTo>
                        <a:pt x="101" y="44"/>
                        <a:pt x="94" y="23"/>
                        <a:pt x="80" y="7"/>
                      </a:cubicBezTo>
                      <a:cubicBezTo>
                        <a:pt x="67" y="7"/>
                        <a:pt x="51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1" name="Google Shape;631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" h="15" extrusionOk="0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2" name="Google Shape;632;p38"/>
                <p:cNvSpPr/>
                <p:nvPr/>
              </p:nvSpPr>
              <p:spPr>
                <a:xfrm>
                  <a:off x="7305912" y="2466119"/>
                  <a:ext cx="11621" cy="26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102" fill="none" extrusionOk="0">
                      <a:moveTo>
                        <a:pt x="44" y="102"/>
                      </a:moveTo>
                      <a:cubicBezTo>
                        <a:pt x="44" y="102"/>
                        <a:pt x="1" y="73"/>
                        <a:pt x="21" y="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3" name="Google Shape;633;p38"/>
                <p:cNvSpPr/>
                <p:nvPr/>
              </p:nvSpPr>
              <p:spPr>
                <a:xfrm>
                  <a:off x="7313307" y="2536110"/>
                  <a:ext cx="72630" cy="2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81" fill="none" extrusionOk="0">
                      <a:moveTo>
                        <a:pt x="0" y="37"/>
                      </a:moveTo>
                      <a:cubicBezTo>
                        <a:pt x="0" y="37"/>
                        <a:pt x="138" y="80"/>
                        <a:pt x="275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4" name="Google Shape;634;p38"/>
                <p:cNvSpPr/>
                <p:nvPr/>
              </p:nvSpPr>
              <p:spPr>
                <a:xfrm>
                  <a:off x="7427138" y="2342512"/>
                  <a:ext cx="22977" cy="4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" h="17" fill="none" extrusionOk="0">
                      <a:moveTo>
                        <a:pt x="87" y="16"/>
                      </a:moveTo>
                      <a:cubicBezTo>
                        <a:pt x="59" y="9"/>
                        <a:pt x="30" y="9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5" name="Google Shape;635;p38"/>
                <p:cNvSpPr/>
                <p:nvPr/>
              </p:nvSpPr>
              <p:spPr>
                <a:xfrm>
                  <a:off x="7389370" y="2340664"/>
                  <a:ext cx="38031" cy="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24" fill="none" extrusionOk="0">
                      <a:moveTo>
                        <a:pt x="0" y="23"/>
                      </a:moveTo>
                      <a:cubicBezTo>
                        <a:pt x="0" y="23"/>
                        <a:pt x="44" y="1"/>
                        <a:pt x="144" y="8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6" name="Google Shape;636;p38"/>
                <p:cNvSpPr/>
                <p:nvPr/>
              </p:nvSpPr>
              <p:spPr>
                <a:xfrm>
                  <a:off x="7265768" y="2336966"/>
                  <a:ext cx="25090" cy="5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22" fill="none" extrusionOk="0">
                      <a:moveTo>
                        <a:pt x="94" y="22"/>
                      </a:moveTo>
                      <a:cubicBezTo>
                        <a:pt x="94" y="22"/>
                        <a:pt x="6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7" name="Google Shape;637;p38"/>
                <p:cNvSpPr/>
                <p:nvPr/>
              </p:nvSpPr>
              <p:spPr>
                <a:xfrm>
                  <a:off x="7336020" y="2522904"/>
                  <a:ext cx="284972" cy="2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005" extrusionOk="0">
                      <a:moveTo>
                        <a:pt x="892" y="1"/>
                      </a:moveTo>
                      <a:cubicBezTo>
                        <a:pt x="742" y="246"/>
                        <a:pt x="440" y="368"/>
                        <a:pt x="202" y="396"/>
                      </a:cubicBezTo>
                      <a:cubicBezTo>
                        <a:pt x="195" y="396"/>
                        <a:pt x="195" y="396"/>
                        <a:pt x="189" y="404"/>
                      </a:cubicBezTo>
                      <a:lnTo>
                        <a:pt x="123" y="404"/>
                      </a:lnTo>
                      <a:cubicBezTo>
                        <a:pt x="145" y="425"/>
                        <a:pt x="166" y="439"/>
                        <a:pt x="182" y="448"/>
                      </a:cubicBezTo>
                      <a:cubicBezTo>
                        <a:pt x="182" y="455"/>
                        <a:pt x="189" y="455"/>
                        <a:pt x="189" y="455"/>
                      </a:cubicBezTo>
                      <a:cubicBezTo>
                        <a:pt x="195" y="461"/>
                        <a:pt x="209" y="468"/>
                        <a:pt x="209" y="475"/>
                      </a:cubicBezTo>
                      <a:cubicBezTo>
                        <a:pt x="232" y="491"/>
                        <a:pt x="275" y="511"/>
                        <a:pt x="268" y="525"/>
                      </a:cubicBezTo>
                      <a:cubicBezTo>
                        <a:pt x="259" y="541"/>
                        <a:pt x="232" y="568"/>
                        <a:pt x="189" y="568"/>
                      </a:cubicBezTo>
                      <a:cubicBezTo>
                        <a:pt x="166" y="568"/>
                        <a:pt x="145" y="568"/>
                        <a:pt x="123" y="555"/>
                      </a:cubicBezTo>
                      <a:cubicBezTo>
                        <a:pt x="95" y="598"/>
                        <a:pt x="73" y="627"/>
                        <a:pt x="52" y="648"/>
                      </a:cubicBezTo>
                      <a:cubicBezTo>
                        <a:pt x="44" y="655"/>
                        <a:pt x="37" y="663"/>
                        <a:pt x="30" y="670"/>
                      </a:cubicBezTo>
                      <a:cubicBezTo>
                        <a:pt x="1" y="713"/>
                        <a:pt x="16" y="893"/>
                        <a:pt x="189" y="965"/>
                      </a:cubicBezTo>
                      <a:cubicBezTo>
                        <a:pt x="209" y="972"/>
                        <a:pt x="239" y="986"/>
                        <a:pt x="268" y="986"/>
                      </a:cubicBezTo>
                      <a:cubicBezTo>
                        <a:pt x="334" y="999"/>
                        <a:pt x="397" y="1004"/>
                        <a:pt x="454" y="1004"/>
                      </a:cubicBezTo>
                      <a:cubicBezTo>
                        <a:pt x="884" y="1004"/>
                        <a:pt x="1079" y="691"/>
                        <a:pt x="1079" y="691"/>
                      </a:cubicBezTo>
                      <a:cubicBezTo>
                        <a:pt x="1079" y="691"/>
                        <a:pt x="922" y="541"/>
                        <a:pt x="915" y="361"/>
                      </a:cubicBezTo>
                      <a:cubicBezTo>
                        <a:pt x="906" y="253"/>
                        <a:pt x="915" y="110"/>
                        <a:pt x="922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8" name="Google Shape;638;p38"/>
                <p:cNvSpPr/>
                <p:nvPr/>
              </p:nvSpPr>
              <p:spPr>
                <a:xfrm>
                  <a:off x="6901298" y="2600818"/>
                  <a:ext cx="507351" cy="57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" h="2165" extrusionOk="0">
                      <a:moveTo>
                        <a:pt x="1317" y="1"/>
                      </a:moveTo>
                      <a:cubicBezTo>
                        <a:pt x="1274" y="1"/>
                        <a:pt x="886" y="303"/>
                        <a:pt x="850" y="353"/>
                      </a:cubicBezTo>
                      <a:cubicBezTo>
                        <a:pt x="806" y="396"/>
                        <a:pt x="44" y="1590"/>
                        <a:pt x="23" y="1719"/>
                      </a:cubicBezTo>
                      <a:cubicBezTo>
                        <a:pt x="1" y="1855"/>
                        <a:pt x="23" y="2150"/>
                        <a:pt x="196" y="2164"/>
                      </a:cubicBezTo>
                      <a:lnTo>
                        <a:pt x="216" y="2164"/>
                      </a:lnTo>
                      <a:cubicBezTo>
                        <a:pt x="220" y="2164"/>
                        <a:pt x="224" y="2164"/>
                        <a:pt x="229" y="2164"/>
                      </a:cubicBezTo>
                      <a:cubicBezTo>
                        <a:pt x="401" y="2164"/>
                        <a:pt x="649" y="2023"/>
                        <a:pt x="706" y="1842"/>
                      </a:cubicBezTo>
                      <a:cubicBezTo>
                        <a:pt x="713" y="1812"/>
                        <a:pt x="727" y="1769"/>
                        <a:pt x="741" y="1719"/>
                      </a:cubicBezTo>
                      <a:lnTo>
                        <a:pt x="741" y="1712"/>
                      </a:lnTo>
                      <a:cubicBezTo>
                        <a:pt x="756" y="1662"/>
                        <a:pt x="777" y="1590"/>
                        <a:pt x="800" y="1517"/>
                      </a:cubicBezTo>
                      <a:cubicBezTo>
                        <a:pt x="856" y="1324"/>
                        <a:pt x="922" y="1086"/>
                        <a:pt x="972" y="920"/>
                      </a:cubicBezTo>
                      <a:cubicBezTo>
                        <a:pt x="1008" y="800"/>
                        <a:pt x="1036" y="713"/>
                        <a:pt x="1036" y="713"/>
                      </a:cubicBezTo>
                      <a:cubicBezTo>
                        <a:pt x="1036" y="713"/>
                        <a:pt x="1079" y="720"/>
                        <a:pt x="1115" y="734"/>
                      </a:cubicBezTo>
                      <a:cubicBezTo>
                        <a:pt x="1151" y="741"/>
                        <a:pt x="1188" y="748"/>
                        <a:pt x="1195" y="756"/>
                      </a:cubicBezTo>
                      <a:cubicBezTo>
                        <a:pt x="1207" y="760"/>
                        <a:pt x="1243" y="764"/>
                        <a:pt x="1277" y="764"/>
                      </a:cubicBezTo>
                      <a:cubicBezTo>
                        <a:pt x="1302" y="764"/>
                        <a:pt x="1326" y="762"/>
                        <a:pt x="1338" y="756"/>
                      </a:cubicBezTo>
                      <a:cubicBezTo>
                        <a:pt x="1367" y="741"/>
                        <a:pt x="1533" y="555"/>
                        <a:pt x="1533" y="525"/>
                      </a:cubicBezTo>
                      <a:lnTo>
                        <a:pt x="1533" y="461"/>
                      </a:lnTo>
                      <a:lnTo>
                        <a:pt x="1533" y="180"/>
                      </a:lnTo>
                      <a:cubicBezTo>
                        <a:pt x="1533" y="180"/>
                        <a:pt x="1603" y="180"/>
                        <a:pt x="1626" y="196"/>
                      </a:cubicBezTo>
                      <a:cubicBezTo>
                        <a:pt x="1655" y="203"/>
                        <a:pt x="1690" y="230"/>
                        <a:pt x="1769" y="260"/>
                      </a:cubicBezTo>
                      <a:cubicBezTo>
                        <a:pt x="1791" y="273"/>
                        <a:pt x="1812" y="273"/>
                        <a:pt x="1835" y="273"/>
                      </a:cubicBezTo>
                      <a:cubicBezTo>
                        <a:pt x="1878" y="273"/>
                        <a:pt x="1905" y="246"/>
                        <a:pt x="1914" y="230"/>
                      </a:cubicBezTo>
                      <a:cubicBezTo>
                        <a:pt x="1921" y="216"/>
                        <a:pt x="1878" y="196"/>
                        <a:pt x="1855" y="180"/>
                      </a:cubicBezTo>
                      <a:cubicBezTo>
                        <a:pt x="1855" y="173"/>
                        <a:pt x="1841" y="166"/>
                        <a:pt x="1835" y="160"/>
                      </a:cubicBezTo>
                      <a:cubicBezTo>
                        <a:pt x="1835" y="160"/>
                        <a:pt x="1828" y="160"/>
                        <a:pt x="1828" y="153"/>
                      </a:cubicBezTo>
                      <a:cubicBezTo>
                        <a:pt x="1812" y="144"/>
                        <a:pt x="1791" y="130"/>
                        <a:pt x="1769" y="109"/>
                      </a:cubicBezTo>
                      <a:cubicBezTo>
                        <a:pt x="1748" y="87"/>
                        <a:pt x="1719" y="73"/>
                        <a:pt x="1705" y="51"/>
                      </a:cubicBezTo>
                      <a:cubicBezTo>
                        <a:pt x="1669" y="15"/>
                        <a:pt x="1619" y="1"/>
                        <a:pt x="1569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39" name="Google Shape;639;p38"/>
                <p:cNvSpPr/>
                <p:nvPr/>
              </p:nvSpPr>
              <p:spPr>
                <a:xfrm>
                  <a:off x="6876755" y="3138036"/>
                  <a:ext cx="892419" cy="341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9" h="1321" extrusionOk="0">
                      <a:moveTo>
                        <a:pt x="2631" y="0"/>
                      </a:moveTo>
                      <a:lnTo>
                        <a:pt x="2618" y="143"/>
                      </a:lnTo>
                      <a:lnTo>
                        <a:pt x="2538" y="654"/>
                      </a:lnTo>
                      <a:lnTo>
                        <a:pt x="1058" y="926"/>
                      </a:lnTo>
                      <a:cubicBezTo>
                        <a:pt x="1058" y="926"/>
                        <a:pt x="777" y="581"/>
                        <a:pt x="756" y="561"/>
                      </a:cubicBezTo>
                      <a:cubicBezTo>
                        <a:pt x="748" y="552"/>
                        <a:pt x="734" y="552"/>
                        <a:pt x="704" y="545"/>
                      </a:cubicBezTo>
                      <a:cubicBezTo>
                        <a:pt x="627" y="525"/>
                        <a:pt x="489" y="502"/>
                        <a:pt x="461" y="502"/>
                      </a:cubicBezTo>
                      <a:cubicBezTo>
                        <a:pt x="432" y="502"/>
                        <a:pt x="180" y="625"/>
                        <a:pt x="137" y="654"/>
                      </a:cubicBezTo>
                      <a:cubicBezTo>
                        <a:pt x="101" y="682"/>
                        <a:pt x="30" y="906"/>
                        <a:pt x="23" y="926"/>
                      </a:cubicBezTo>
                      <a:cubicBezTo>
                        <a:pt x="8" y="949"/>
                        <a:pt x="1" y="999"/>
                        <a:pt x="51" y="999"/>
                      </a:cubicBezTo>
                      <a:lnTo>
                        <a:pt x="346" y="999"/>
                      </a:lnTo>
                      <a:cubicBezTo>
                        <a:pt x="346" y="999"/>
                        <a:pt x="353" y="999"/>
                        <a:pt x="353" y="1006"/>
                      </a:cubicBezTo>
                      <a:cubicBezTo>
                        <a:pt x="375" y="1006"/>
                        <a:pt x="446" y="1056"/>
                        <a:pt x="518" y="1113"/>
                      </a:cubicBezTo>
                      <a:cubicBezTo>
                        <a:pt x="541" y="1128"/>
                        <a:pt x="561" y="1142"/>
                        <a:pt x="575" y="1156"/>
                      </a:cubicBezTo>
                      <a:cubicBezTo>
                        <a:pt x="634" y="1199"/>
                        <a:pt x="684" y="1235"/>
                        <a:pt x="704" y="1258"/>
                      </a:cubicBezTo>
                      <a:cubicBezTo>
                        <a:pt x="742" y="1284"/>
                        <a:pt x="785" y="1321"/>
                        <a:pt x="903" y="1321"/>
                      </a:cubicBezTo>
                      <a:cubicBezTo>
                        <a:pt x="949" y="1321"/>
                        <a:pt x="1006" y="1315"/>
                        <a:pt x="1079" y="1301"/>
                      </a:cubicBezTo>
                      <a:cubicBezTo>
                        <a:pt x="1086" y="1301"/>
                        <a:pt x="1086" y="1301"/>
                        <a:pt x="1093" y="1294"/>
                      </a:cubicBezTo>
                      <a:cubicBezTo>
                        <a:pt x="1188" y="1301"/>
                        <a:pt x="1431" y="1301"/>
                        <a:pt x="1712" y="1301"/>
                      </a:cubicBezTo>
                      <a:lnTo>
                        <a:pt x="2107" y="1301"/>
                      </a:lnTo>
                      <a:cubicBezTo>
                        <a:pt x="2207" y="1265"/>
                        <a:pt x="2300" y="1235"/>
                        <a:pt x="2395" y="1199"/>
                      </a:cubicBezTo>
                      <a:cubicBezTo>
                        <a:pt x="2661" y="1106"/>
                        <a:pt x="2920" y="1006"/>
                        <a:pt x="3142" y="897"/>
                      </a:cubicBezTo>
                      <a:cubicBezTo>
                        <a:pt x="3199" y="675"/>
                        <a:pt x="3285" y="345"/>
                        <a:pt x="3335" y="157"/>
                      </a:cubicBezTo>
                      <a:cubicBezTo>
                        <a:pt x="3365" y="64"/>
                        <a:pt x="3378" y="0"/>
                        <a:pt x="3378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0" name="Google Shape;640;p38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591" extrusionOk="0">
                      <a:moveTo>
                        <a:pt x="1" y="1"/>
                      </a:moveTo>
                      <a:lnTo>
                        <a:pt x="108" y="591"/>
                      </a:lnTo>
                      <a:lnTo>
                        <a:pt x="173" y="591"/>
                      </a:lnTo>
                      <a:lnTo>
                        <a:pt x="65" y="23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1" name="Google Shape;641;p38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591" fill="none" extrusionOk="0">
                      <a:moveTo>
                        <a:pt x="1" y="1"/>
                      </a:moveTo>
                      <a:lnTo>
                        <a:pt x="65" y="232"/>
                      </a:lnTo>
                      <a:lnTo>
                        <a:pt x="173" y="591"/>
                      </a:lnTo>
                      <a:lnTo>
                        <a:pt x="108" y="59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2" name="Google Shape;642;p38"/>
                <p:cNvSpPr/>
                <p:nvPr/>
              </p:nvSpPr>
              <p:spPr>
                <a:xfrm>
                  <a:off x="8239222" y="3398185"/>
                  <a:ext cx="338322" cy="795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1" h="3013" extrusionOk="0">
                      <a:moveTo>
                        <a:pt x="913" y="1"/>
                      </a:moveTo>
                      <a:lnTo>
                        <a:pt x="620" y="979"/>
                      </a:lnTo>
                      <a:lnTo>
                        <a:pt x="339" y="1891"/>
                      </a:lnTo>
                      <a:lnTo>
                        <a:pt x="73" y="2768"/>
                      </a:lnTo>
                      <a:lnTo>
                        <a:pt x="1" y="3013"/>
                      </a:lnTo>
                      <a:lnTo>
                        <a:pt x="145" y="3013"/>
                      </a:lnTo>
                      <a:cubicBezTo>
                        <a:pt x="166" y="2970"/>
                        <a:pt x="180" y="2927"/>
                        <a:pt x="173" y="2883"/>
                      </a:cubicBezTo>
                      <a:cubicBezTo>
                        <a:pt x="159" y="2768"/>
                        <a:pt x="239" y="2688"/>
                        <a:pt x="318" y="2654"/>
                      </a:cubicBezTo>
                      <a:cubicBezTo>
                        <a:pt x="382" y="2625"/>
                        <a:pt x="418" y="2588"/>
                        <a:pt x="432" y="2531"/>
                      </a:cubicBezTo>
                      <a:lnTo>
                        <a:pt x="432" y="2466"/>
                      </a:lnTo>
                      <a:cubicBezTo>
                        <a:pt x="432" y="2366"/>
                        <a:pt x="525" y="2280"/>
                        <a:pt x="584" y="2250"/>
                      </a:cubicBezTo>
                      <a:cubicBezTo>
                        <a:pt x="611" y="2236"/>
                        <a:pt x="654" y="2223"/>
                        <a:pt x="706" y="2186"/>
                      </a:cubicBezTo>
                      <a:cubicBezTo>
                        <a:pt x="734" y="2157"/>
                        <a:pt x="770" y="2121"/>
                        <a:pt x="820" y="2093"/>
                      </a:cubicBezTo>
                      <a:cubicBezTo>
                        <a:pt x="842" y="2071"/>
                        <a:pt x="863" y="2042"/>
                        <a:pt x="886" y="2007"/>
                      </a:cubicBezTo>
                      <a:cubicBezTo>
                        <a:pt x="913" y="1971"/>
                        <a:pt x="942" y="1941"/>
                        <a:pt x="979" y="1921"/>
                      </a:cubicBezTo>
                      <a:cubicBezTo>
                        <a:pt x="1029" y="1812"/>
                        <a:pt x="1042" y="1697"/>
                        <a:pt x="1036" y="1619"/>
                      </a:cubicBezTo>
                      <a:cubicBezTo>
                        <a:pt x="1022" y="1490"/>
                        <a:pt x="942" y="1265"/>
                        <a:pt x="1115" y="877"/>
                      </a:cubicBezTo>
                      <a:cubicBezTo>
                        <a:pt x="1281" y="475"/>
                        <a:pt x="913" y="1"/>
                        <a:pt x="9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3" name="Google Shape;643;p38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174" extrusionOk="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4" name="Google Shape;644;p38"/>
                <p:cNvSpPr/>
                <p:nvPr/>
              </p:nvSpPr>
              <p:spPr>
                <a:xfrm>
                  <a:off x="8198559" y="3398185"/>
                  <a:ext cx="279162" cy="73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2768" extrusionOk="0">
                      <a:moveTo>
                        <a:pt x="1056" y="1"/>
                      </a:move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216" y="2768"/>
                      </a:ln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5" name="Google Shape;645;p38"/>
                <p:cNvSpPr/>
                <p:nvPr/>
              </p:nvSpPr>
              <p:spPr>
                <a:xfrm>
                  <a:off x="8201454" y="3398185"/>
                  <a:ext cx="279162" cy="73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2768" fill="none" extrusionOk="0">
                      <a:moveTo>
                        <a:pt x="216" y="2768"/>
                      </a:move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166" y="2668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6" name="Google Shape;646;p38"/>
                <p:cNvSpPr/>
                <p:nvPr/>
              </p:nvSpPr>
              <p:spPr>
                <a:xfrm>
                  <a:off x="8331181" y="4066663"/>
                  <a:ext cx="85307" cy="32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123" fill="none" extrusionOk="0">
                      <a:moveTo>
                        <a:pt x="323" y="0"/>
                      </a:moveTo>
                      <a:lnTo>
                        <a:pt x="0" y="123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7" name="Google Shape;647;p38"/>
                <p:cNvSpPr/>
                <p:nvPr/>
              </p:nvSpPr>
              <p:spPr>
                <a:xfrm>
                  <a:off x="8414061" y="3584123"/>
                  <a:ext cx="91381" cy="36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139" fill="none" extrusionOk="0">
                      <a:moveTo>
                        <a:pt x="1" y="139"/>
                      </a:moveTo>
                      <a:lnTo>
                        <a:pt x="346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8" name="Google Shape;648;p38"/>
                <p:cNvSpPr/>
                <p:nvPr/>
              </p:nvSpPr>
              <p:spPr>
                <a:xfrm>
                  <a:off x="8336149" y="3816017"/>
                  <a:ext cx="148428" cy="59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224" fill="none" extrusionOk="0">
                      <a:moveTo>
                        <a:pt x="1" y="223"/>
                      </a:moveTo>
                      <a:lnTo>
                        <a:pt x="562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49" name="Google Shape;649;p38"/>
                <p:cNvSpPr/>
                <p:nvPr/>
              </p:nvSpPr>
              <p:spPr>
                <a:xfrm>
                  <a:off x="8260086" y="3762665"/>
                  <a:ext cx="68668" cy="135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512" fill="none" extrusionOk="0">
                      <a:moveTo>
                        <a:pt x="260" y="511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0" name="Google Shape;650;p38"/>
                <p:cNvSpPr/>
                <p:nvPr/>
              </p:nvSpPr>
              <p:spPr>
                <a:xfrm>
                  <a:off x="8359127" y="3575143"/>
                  <a:ext cx="43842" cy="81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309" fill="none" extrusionOk="0">
                      <a:moveTo>
                        <a:pt x="166" y="309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1" name="Google Shape;651;p38"/>
                <p:cNvSpPr/>
                <p:nvPr/>
              </p:nvSpPr>
              <p:spPr>
                <a:xfrm>
                  <a:off x="7960323" y="3422748"/>
                  <a:ext cx="323003" cy="77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" h="2920" extrusionOk="0">
                      <a:moveTo>
                        <a:pt x="1" y="1"/>
                      </a:moveTo>
                      <a:lnTo>
                        <a:pt x="266" y="907"/>
                      </a:lnTo>
                      <a:lnTo>
                        <a:pt x="511" y="1748"/>
                      </a:lnTo>
                      <a:lnTo>
                        <a:pt x="684" y="2330"/>
                      </a:lnTo>
                      <a:lnTo>
                        <a:pt x="748" y="2561"/>
                      </a:lnTo>
                      <a:lnTo>
                        <a:pt x="856" y="2920"/>
                      </a:lnTo>
                      <a:lnTo>
                        <a:pt x="1036" y="2920"/>
                      </a:lnTo>
                      <a:cubicBezTo>
                        <a:pt x="1072" y="2811"/>
                        <a:pt x="1050" y="2682"/>
                        <a:pt x="1079" y="2575"/>
                      </a:cubicBezTo>
                      <a:cubicBezTo>
                        <a:pt x="1086" y="2545"/>
                        <a:pt x="1100" y="2518"/>
                        <a:pt x="1115" y="2495"/>
                      </a:cubicBezTo>
                      <a:cubicBezTo>
                        <a:pt x="1222" y="2316"/>
                        <a:pt x="1158" y="2137"/>
                        <a:pt x="1043" y="2021"/>
                      </a:cubicBezTo>
                      <a:cubicBezTo>
                        <a:pt x="934" y="1905"/>
                        <a:pt x="913" y="1805"/>
                        <a:pt x="993" y="1647"/>
                      </a:cubicBezTo>
                      <a:cubicBezTo>
                        <a:pt x="1057" y="1503"/>
                        <a:pt x="1006" y="1331"/>
                        <a:pt x="943" y="1231"/>
                      </a:cubicBezTo>
                      <a:cubicBezTo>
                        <a:pt x="927" y="1208"/>
                        <a:pt x="920" y="1195"/>
                        <a:pt x="913" y="1188"/>
                      </a:cubicBezTo>
                      <a:cubicBezTo>
                        <a:pt x="834" y="1095"/>
                        <a:pt x="661" y="965"/>
                        <a:pt x="589" y="577"/>
                      </a:cubicBezTo>
                      <a:cubicBezTo>
                        <a:pt x="525" y="180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2" name="Google Shape;652;p38"/>
                <p:cNvSpPr/>
                <p:nvPr/>
              </p:nvSpPr>
              <p:spPr>
                <a:xfrm>
                  <a:off x="7869206" y="3422748"/>
                  <a:ext cx="317457" cy="77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2" h="2920" extrusionOk="0">
                      <a:moveTo>
                        <a:pt x="346" y="1"/>
                      </a:moveTo>
                      <a:cubicBezTo>
                        <a:pt x="346" y="1"/>
                        <a:pt x="1" y="439"/>
                        <a:pt x="158" y="800"/>
                      </a:cubicBezTo>
                      <a:cubicBezTo>
                        <a:pt x="310" y="1165"/>
                        <a:pt x="230" y="1374"/>
                        <a:pt x="216" y="1490"/>
                      </a:cubicBezTo>
                      <a:cubicBezTo>
                        <a:pt x="209" y="1604"/>
                        <a:pt x="244" y="1819"/>
                        <a:pt x="396" y="1921"/>
                      </a:cubicBezTo>
                      <a:cubicBezTo>
                        <a:pt x="518" y="1992"/>
                        <a:pt x="561" y="2064"/>
                        <a:pt x="561" y="2164"/>
                      </a:cubicBezTo>
                      <a:cubicBezTo>
                        <a:pt x="605" y="2194"/>
                        <a:pt x="655" y="2237"/>
                        <a:pt x="675" y="2294"/>
                      </a:cubicBezTo>
                      <a:cubicBezTo>
                        <a:pt x="691" y="2323"/>
                        <a:pt x="698" y="2345"/>
                        <a:pt x="698" y="2373"/>
                      </a:cubicBezTo>
                      <a:cubicBezTo>
                        <a:pt x="691" y="2482"/>
                        <a:pt x="727" y="2525"/>
                        <a:pt x="813" y="2561"/>
                      </a:cubicBezTo>
                      <a:cubicBezTo>
                        <a:pt x="900" y="2595"/>
                        <a:pt x="970" y="2675"/>
                        <a:pt x="956" y="2790"/>
                      </a:cubicBezTo>
                      <a:cubicBezTo>
                        <a:pt x="950" y="2834"/>
                        <a:pt x="963" y="2877"/>
                        <a:pt x="986" y="2920"/>
                      </a:cubicBezTo>
                      <a:lnTo>
                        <a:pt x="1201" y="2920"/>
                      </a:lnTo>
                      <a:lnTo>
                        <a:pt x="1093" y="2561"/>
                      </a:lnTo>
                      <a:lnTo>
                        <a:pt x="1029" y="2330"/>
                      </a:lnTo>
                      <a:lnTo>
                        <a:pt x="856" y="1748"/>
                      </a:lnTo>
                      <a:lnTo>
                        <a:pt x="611" y="907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3" name="Google Shape;653;p38"/>
                <p:cNvSpPr/>
                <p:nvPr/>
              </p:nvSpPr>
              <p:spPr>
                <a:xfrm>
                  <a:off x="8157612" y="4000106"/>
                  <a:ext cx="51765" cy="99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375" fill="none" extrusionOk="0">
                      <a:moveTo>
                        <a:pt x="1" y="375"/>
                      </a:moveTo>
                      <a:lnTo>
                        <a:pt x="196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4" name="Google Shape;654;p38"/>
                <p:cNvSpPr/>
                <p:nvPr/>
              </p:nvSpPr>
              <p:spPr>
                <a:xfrm>
                  <a:off x="8047479" y="4028366"/>
                  <a:ext cx="102738" cy="42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60" fill="none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45" y="145"/>
                      </a:lnTo>
                      <a:lnTo>
                        <a:pt x="388" y="159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5" name="Google Shape;655;p38"/>
                <p:cNvSpPr/>
                <p:nvPr/>
              </p:nvSpPr>
              <p:spPr>
                <a:xfrm>
                  <a:off x="7935761" y="3593631"/>
                  <a:ext cx="83722" cy="3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" h="131" fill="none" extrusionOk="0">
                      <a:moveTo>
                        <a:pt x="316" y="13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6" name="Google Shape;656;p38"/>
                <p:cNvSpPr/>
                <p:nvPr/>
              </p:nvSpPr>
              <p:spPr>
                <a:xfrm>
                  <a:off x="7954513" y="3808357"/>
                  <a:ext cx="134959" cy="53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203" fill="none" extrusionOk="0">
                      <a:moveTo>
                        <a:pt x="511" y="2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7" name="Google Shape;657;p38"/>
                <p:cNvSpPr/>
                <p:nvPr/>
              </p:nvSpPr>
              <p:spPr>
                <a:xfrm>
                  <a:off x="8095282" y="3760817"/>
                  <a:ext cx="64442" cy="123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469" fill="none" extrusionOk="0">
                      <a:moveTo>
                        <a:pt x="0" y="468"/>
                      </a:moveTo>
                      <a:lnTo>
                        <a:pt x="244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8" name="Google Shape;658;p38"/>
                <p:cNvSpPr/>
                <p:nvPr/>
              </p:nvSpPr>
              <p:spPr>
                <a:xfrm>
                  <a:off x="8030576" y="3586500"/>
                  <a:ext cx="39880" cy="75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287" fill="none" extrusionOk="0">
                      <a:moveTo>
                        <a:pt x="0" y="287"/>
                      </a:moveTo>
                      <a:lnTo>
                        <a:pt x="151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59" name="Google Shape;659;p38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174" extrusionOk="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0" name="Google Shape;660;p38"/>
                <p:cNvSpPr/>
                <p:nvPr/>
              </p:nvSpPr>
              <p:spPr>
                <a:xfrm>
                  <a:off x="8326642" y="3886272"/>
                  <a:ext cx="283387" cy="307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" h="1165" extrusionOk="0">
                      <a:moveTo>
                        <a:pt x="1000" y="0"/>
                      </a:moveTo>
                      <a:lnTo>
                        <a:pt x="648" y="409"/>
                      </a:lnTo>
                      <a:lnTo>
                        <a:pt x="339" y="777"/>
                      </a:lnTo>
                      <a:lnTo>
                        <a:pt x="332" y="784"/>
                      </a:lnTo>
                      <a:lnTo>
                        <a:pt x="21" y="1142"/>
                      </a:lnTo>
                      <a:lnTo>
                        <a:pt x="15" y="1151"/>
                      </a:lnTo>
                      <a:lnTo>
                        <a:pt x="1" y="1165"/>
                      </a:lnTo>
                      <a:lnTo>
                        <a:pt x="353" y="1165"/>
                      </a:lnTo>
                      <a:cubicBezTo>
                        <a:pt x="360" y="1151"/>
                        <a:pt x="360" y="1135"/>
                        <a:pt x="366" y="1122"/>
                      </a:cubicBezTo>
                      <a:cubicBezTo>
                        <a:pt x="389" y="1035"/>
                        <a:pt x="425" y="992"/>
                        <a:pt x="525" y="978"/>
                      </a:cubicBezTo>
                      <a:cubicBezTo>
                        <a:pt x="625" y="963"/>
                        <a:pt x="698" y="863"/>
                        <a:pt x="720" y="797"/>
                      </a:cubicBezTo>
                      <a:cubicBezTo>
                        <a:pt x="741" y="734"/>
                        <a:pt x="748" y="611"/>
                        <a:pt x="906" y="461"/>
                      </a:cubicBezTo>
                      <a:cubicBezTo>
                        <a:pt x="1072" y="302"/>
                        <a:pt x="1000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1" name="Google Shape;661;p38"/>
                <p:cNvSpPr/>
                <p:nvPr/>
              </p:nvSpPr>
              <p:spPr>
                <a:xfrm>
                  <a:off x="8277517" y="3885744"/>
                  <a:ext cx="313231" cy="308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67" extrusionOk="0">
                      <a:moveTo>
                        <a:pt x="1130" y="0"/>
                      </a:moveTo>
                      <a:cubicBezTo>
                        <a:pt x="1058" y="0"/>
                        <a:pt x="931" y="10"/>
                        <a:pt x="834" y="75"/>
                      </a:cubicBezTo>
                      <a:cubicBezTo>
                        <a:pt x="804" y="139"/>
                        <a:pt x="754" y="196"/>
                        <a:pt x="690" y="239"/>
                      </a:cubicBezTo>
                      <a:cubicBezTo>
                        <a:pt x="682" y="239"/>
                        <a:pt x="682" y="239"/>
                        <a:pt x="675" y="247"/>
                      </a:cubicBezTo>
                      <a:cubicBezTo>
                        <a:pt x="639" y="290"/>
                        <a:pt x="596" y="318"/>
                        <a:pt x="561" y="340"/>
                      </a:cubicBezTo>
                      <a:cubicBezTo>
                        <a:pt x="509" y="377"/>
                        <a:pt x="466" y="390"/>
                        <a:pt x="439" y="404"/>
                      </a:cubicBezTo>
                      <a:cubicBezTo>
                        <a:pt x="380" y="434"/>
                        <a:pt x="287" y="520"/>
                        <a:pt x="287" y="620"/>
                      </a:cubicBezTo>
                      <a:lnTo>
                        <a:pt x="287" y="685"/>
                      </a:lnTo>
                      <a:cubicBezTo>
                        <a:pt x="273" y="742"/>
                        <a:pt x="237" y="779"/>
                        <a:pt x="173" y="808"/>
                      </a:cubicBezTo>
                      <a:cubicBezTo>
                        <a:pt x="94" y="842"/>
                        <a:pt x="14" y="922"/>
                        <a:pt x="28" y="1037"/>
                      </a:cubicBezTo>
                      <a:cubicBezTo>
                        <a:pt x="35" y="1081"/>
                        <a:pt x="21" y="1124"/>
                        <a:pt x="0" y="1167"/>
                      </a:cubicBezTo>
                      <a:lnTo>
                        <a:pt x="187" y="1167"/>
                      </a:lnTo>
                      <a:cubicBezTo>
                        <a:pt x="194" y="1160"/>
                        <a:pt x="194" y="1160"/>
                        <a:pt x="201" y="1153"/>
                      </a:cubicBezTo>
                      <a:lnTo>
                        <a:pt x="207" y="1144"/>
                      </a:lnTo>
                      <a:lnTo>
                        <a:pt x="518" y="786"/>
                      </a:lnTo>
                      <a:lnTo>
                        <a:pt x="525" y="779"/>
                      </a:lnTo>
                      <a:lnTo>
                        <a:pt x="834" y="411"/>
                      </a:lnTo>
                      <a:lnTo>
                        <a:pt x="1186" y="2"/>
                      </a:lnTo>
                      <a:cubicBezTo>
                        <a:pt x="1186" y="2"/>
                        <a:pt x="1164" y="0"/>
                        <a:pt x="1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2" name="Google Shape;662;p38"/>
                <p:cNvSpPr/>
                <p:nvPr/>
              </p:nvSpPr>
              <p:spPr>
                <a:xfrm>
                  <a:off x="8326642" y="4127146"/>
                  <a:ext cx="3962" cy="63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239" fill="none" extrusionOk="0">
                      <a:moveTo>
                        <a:pt x="15" y="239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3" name="Google Shape;663;p38"/>
                <p:cNvSpPr/>
                <p:nvPr/>
              </p:nvSpPr>
              <p:spPr>
                <a:xfrm>
                  <a:off x="8341696" y="4176535"/>
                  <a:ext cx="63122" cy="2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9" fill="none" extrusionOk="0">
                      <a:moveTo>
                        <a:pt x="1" y="0"/>
                      </a:moveTo>
                      <a:lnTo>
                        <a:pt x="239" y="9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4" name="Google Shape;664;p38"/>
                <p:cNvSpPr/>
                <p:nvPr/>
              </p:nvSpPr>
              <p:spPr>
                <a:xfrm>
                  <a:off x="8510725" y="3979241"/>
                  <a:ext cx="51765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8" fill="none" extrusionOk="0">
                      <a:moveTo>
                        <a:pt x="1" y="0"/>
                      </a:moveTo>
                      <a:lnTo>
                        <a:pt x="196" y="7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5" name="Google Shape;665;p38"/>
                <p:cNvSpPr/>
                <p:nvPr/>
              </p:nvSpPr>
              <p:spPr>
                <a:xfrm>
                  <a:off x="8421457" y="4083567"/>
                  <a:ext cx="81873" cy="4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16" fill="none" extrusionOk="0">
                      <a:moveTo>
                        <a:pt x="1" y="0"/>
                      </a:moveTo>
                      <a:lnTo>
                        <a:pt x="309" y="16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6" name="Google Shape;666;p38"/>
                <p:cNvSpPr/>
                <p:nvPr/>
              </p:nvSpPr>
              <p:spPr>
                <a:xfrm>
                  <a:off x="8408251" y="4015160"/>
                  <a:ext cx="6074" cy="78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96" fill="none" extrusionOk="0">
                      <a:moveTo>
                        <a:pt x="23" y="296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7" name="Google Shape;667;p38"/>
                <p:cNvSpPr/>
                <p:nvPr/>
              </p:nvSpPr>
              <p:spPr>
                <a:xfrm>
                  <a:off x="8495671" y="3944906"/>
                  <a:ext cx="2113" cy="47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81" fill="none" extrusionOk="0">
                      <a:moveTo>
                        <a:pt x="8" y="18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8" name="Google Shape;668;p38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8" extrusionOk="0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69" name="Google Shape;669;p38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0" name="Google Shape;670;p38"/>
                <p:cNvSpPr/>
                <p:nvPr/>
              </p:nvSpPr>
              <p:spPr>
                <a:xfrm>
                  <a:off x="8023332" y="4192236"/>
                  <a:ext cx="488335" cy="324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9" h="1230" extrusionOk="0">
                      <a:moveTo>
                        <a:pt x="1" y="1"/>
                      </a:moveTo>
                      <a:lnTo>
                        <a:pt x="151" y="850"/>
                      </a:lnTo>
                      <a:lnTo>
                        <a:pt x="151" y="856"/>
                      </a:lnTo>
                      <a:lnTo>
                        <a:pt x="223" y="1229"/>
                      </a:lnTo>
                      <a:lnTo>
                        <a:pt x="834" y="1229"/>
                      </a:lnTo>
                      <a:lnTo>
                        <a:pt x="834" y="850"/>
                      </a:lnTo>
                      <a:lnTo>
                        <a:pt x="1006" y="850"/>
                      </a:lnTo>
                      <a:lnTo>
                        <a:pt x="1006" y="1229"/>
                      </a:lnTo>
                      <a:lnTo>
                        <a:pt x="1617" y="1229"/>
                      </a:lnTo>
                      <a:lnTo>
                        <a:pt x="1690" y="850"/>
                      </a:lnTo>
                      <a:lnTo>
                        <a:pt x="184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1" name="Google Shape;671;p38"/>
                <p:cNvSpPr/>
                <p:nvPr/>
              </p:nvSpPr>
              <p:spPr>
                <a:xfrm>
                  <a:off x="8017685" y="4417938"/>
                  <a:ext cx="45691" cy="244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927" extrusionOk="0">
                      <a:moveTo>
                        <a:pt x="0" y="1"/>
                      </a:moveTo>
                      <a:lnTo>
                        <a:pt x="0" y="927"/>
                      </a:lnTo>
                      <a:lnTo>
                        <a:pt x="173" y="927"/>
                      </a:lnTo>
                      <a:lnTo>
                        <a:pt x="173" y="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2" name="Google Shape;672;p38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8" extrusionOk="0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3" name="Google Shape;673;p38"/>
                <p:cNvSpPr/>
                <p:nvPr/>
              </p:nvSpPr>
              <p:spPr>
                <a:xfrm>
                  <a:off x="8469574" y="4417938"/>
                  <a:ext cx="45955" cy="244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927" extrusionOk="0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4" name="Google Shape;674;p38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5" name="Google Shape;675;p38"/>
                <p:cNvSpPr/>
                <p:nvPr/>
              </p:nvSpPr>
              <p:spPr>
                <a:xfrm>
                  <a:off x="8289188" y="4518302"/>
                  <a:ext cx="180650" cy="4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159" extrusionOk="0">
                      <a:moveTo>
                        <a:pt x="0" y="0"/>
                      </a:moveTo>
                      <a:lnTo>
                        <a:pt x="0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6" name="Google Shape;676;p38"/>
                <p:cNvSpPr/>
                <p:nvPr/>
              </p:nvSpPr>
              <p:spPr>
                <a:xfrm>
                  <a:off x="8063111" y="4518302"/>
                  <a:ext cx="180650" cy="4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159" extrusionOk="0">
                      <a:moveTo>
                        <a:pt x="1" y="0"/>
                      </a:moveTo>
                      <a:lnTo>
                        <a:pt x="1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7" name="Google Shape;677;p38"/>
                <p:cNvSpPr/>
                <p:nvPr/>
              </p:nvSpPr>
              <p:spPr>
                <a:xfrm>
                  <a:off x="8243497" y="4417938"/>
                  <a:ext cx="45955" cy="244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927" extrusionOk="0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8" name="Google Shape;678;p38"/>
                <p:cNvSpPr/>
                <p:nvPr/>
              </p:nvSpPr>
              <p:spPr>
                <a:xfrm>
                  <a:off x="7554707" y="2843821"/>
                  <a:ext cx="271477" cy="290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" h="1245" fill="none" extrusionOk="0">
                      <a:moveTo>
                        <a:pt x="898" y="0"/>
                      </a:moveTo>
                      <a:lnTo>
                        <a:pt x="906" y="9"/>
                      </a:lnTo>
                      <a:cubicBezTo>
                        <a:pt x="927" y="95"/>
                        <a:pt x="949" y="195"/>
                        <a:pt x="963" y="288"/>
                      </a:cubicBezTo>
                      <a:cubicBezTo>
                        <a:pt x="1027" y="733"/>
                        <a:pt x="970" y="1230"/>
                        <a:pt x="970" y="1230"/>
                      </a:cubicBezTo>
                      <a:cubicBezTo>
                        <a:pt x="913" y="1237"/>
                        <a:pt x="841" y="1237"/>
                        <a:pt x="768" y="1244"/>
                      </a:cubicBezTo>
                      <a:lnTo>
                        <a:pt x="475" y="1244"/>
                      </a:lnTo>
                      <a:cubicBezTo>
                        <a:pt x="287" y="1244"/>
                        <a:pt x="121" y="1237"/>
                        <a:pt x="51" y="1230"/>
                      </a:cubicBezTo>
                      <a:lnTo>
                        <a:pt x="1" y="1230"/>
                      </a:lnTo>
                      <a:lnTo>
                        <a:pt x="64" y="49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79" name="Google Shape;679;p38"/>
                <p:cNvSpPr/>
                <p:nvPr/>
              </p:nvSpPr>
              <p:spPr>
                <a:xfrm>
                  <a:off x="6328768" y="3104295"/>
                  <a:ext cx="197298" cy="148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" h="433" extrusionOk="0">
                      <a:moveTo>
                        <a:pt x="121" y="1"/>
                      </a:moveTo>
                      <a:cubicBezTo>
                        <a:pt x="43" y="1"/>
                        <a:pt x="0" y="65"/>
                        <a:pt x="21" y="144"/>
                      </a:cubicBezTo>
                      <a:cubicBezTo>
                        <a:pt x="28" y="180"/>
                        <a:pt x="57" y="267"/>
                        <a:pt x="273" y="381"/>
                      </a:cubicBezTo>
                      <a:lnTo>
                        <a:pt x="359" y="432"/>
                      </a:lnTo>
                      <a:lnTo>
                        <a:pt x="423" y="381"/>
                      </a:lnTo>
                      <a:cubicBezTo>
                        <a:pt x="575" y="267"/>
                        <a:pt x="552" y="180"/>
                        <a:pt x="538" y="144"/>
                      </a:cubicBezTo>
                      <a:cubicBezTo>
                        <a:pt x="518" y="65"/>
                        <a:pt x="438" y="1"/>
                        <a:pt x="359" y="1"/>
                      </a:cubicBezTo>
                      <a:cubicBezTo>
                        <a:pt x="309" y="1"/>
                        <a:pt x="273" y="29"/>
                        <a:pt x="259" y="65"/>
                      </a:cubicBezTo>
                      <a:cubicBezTo>
                        <a:pt x="223" y="29"/>
                        <a:pt x="173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680" name="Google Shape;680;p38"/>
            <p:cNvSpPr/>
            <p:nvPr/>
          </p:nvSpPr>
          <p:spPr>
            <a:xfrm>
              <a:off x="6472198" y="1153570"/>
              <a:ext cx="596900" cy="37775"/>
            </a:xfrm>
            <a:custGeom>
              <a:avLst/>
              <a:gdLst/>
              <a:ahLst/>
              <a:cxnLst/>
              <a:rect l="l" t="t" r="r" b="b"/>
              <a:pathLst>
                <a:path w="2638" h="167" fill="none" extrusionOk="0">
                  <a:moveTo>
                    <a:pt x="0" y="1"/>
                  </a:moveTo>
                  <a:cubicBezTo>
                    <a:pt x="216" y="1"/>
                    <a:pt x="216" y="167"/>
                    <a:pt x="438" y="167"/>
                  </a:cubicBezTo>
                  <a:cubicBezTo>
                    <a:pt x="661" y="167"/>
                    <a:pt x="661" y="1"/>
                    <a:pt x="877" y="1"/>
                  </a:cubicBezTo>
                  <a:cubicBezTo>
                    <a:pt x="1099" y="1"/>
                    <a:pt x="1099" y="167"/>
                    <a:pt x="1315" y="167"/>
                  </a:cubicBezTo>
                  <a:cubicBezTo>
                    <a:pt x="1537" y="167"/>
                    <a:pt x="1537" y="1"/>
                    <a:pt x="1762" y="1"/>
                  </a:cubicBezTo>
                  <a:cubicBezTo>
                    <a:pt x="1977" y="1"/>
                    <a:pt x="1977" y="167"/>
                    <a:pt x="2200" y="167"/>
                  </a:cubicBezTo>
                  <a:cubicBezTo>
                    <a:pt x="2422" y="167"/>
                    <a:pt x="2422" y="1"/>
                    <a:pt x="2638" y="1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8011640" y="21820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6650452" y="19315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1"/>
          <p:cNvSpPr txBox="1"/>
          <p:nvPr>
            <p:ph type="title"/>
          </p:nvPr>
        </p:nvSpPr>
        <p:spPr>
          <a:xfrm>
            <a:off x="4646950" y="1048650"/>
            <a:ext cx="35526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000"/>
              <a:t>Where did that lecture note go?</a:t>
            </a:r>
            <a:endParaRPr lang="en-US" altLang="en-US" sz="3000"/>
          </a:p>
        </p:txBody>
      </p:sp>
      <p:sp>
        <p:nvSpPr>
          <p:cNvPr id="780" name="Google Shape;780;p41"/>
          <p:cNvSpPr txBox="1"/>
          <p:nvPr>
            <p:ph type="subTitle" idx="1"/>
          </p:nvPr>
        </p:nvSpPr>
        <p:spPr>
          <a:xfrm>
            <a:off x="4646950" y="2163750"/>
            <a:ext cx="3552600" cy="10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GB" sz="2000"/>
              <a:t>Whatsapp</a:t>
            </a:r>
            <a:endParaRPr lang="en-US" altLang="en-GB" sz="20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GB" sz="2000"/>
              <a:t>Rainclass</a:t>
            </a:r>
            <a:endParaRPr lang="en-US" altLang="en-GB" sz="20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GB" sz="2000"/>
              <a:t>Google classroom</a:t>
            </a:r>
            <a:endParaRPr lang="en-US" altLang="en-GB" sz="20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GB" sz="2000"/>
              <a:t>WeChat</a:t>
            </a:r>
            <a:endParaRPr lang="en-US" altLang="en-GB" sz="2000"/>
          </a:p>
        </p:txBody>
      </p:sp>
      <p:grpSp>
        <p:nvGrpSpPr>
          <p:cNvPr id="1285" name="Google Shape;1285;p41"/>
          <p:cNvGrpSpPr/>
          <p:nvPr/>
        </p:nvGrpSpPr>
        <p:grpSpPr>
          <a:xfrm>
            <a:off x="7338227" y="692266"/>
            <a:ext cx="914796" cy="413726"/>
            <a:chOff x="6246802" y="4035541"/>
            <a:chExt cx="914796" cy="413726"/>
          </a:xfrm>
        </p:grpSpPr>
        <p:grpSp>
          <p:nvGrpSpPr>
            <p:cNvPr id="1286" name="Google Shape;1286;p41"/>
            <p:cNvGrpSpPr/>
            <p:nvPr/>
          </p:nvGrpSpPr>
          <p:grpSpPr>
            <a:xfrm>
              <a:off x="6246802" y="4035541"/>
              <a:ext cx="495681" cy="413726"/>
              <a:chOff x="6246802" y="4035541"/>
              <a:chExt cx="495681" cy="413726"/>
            </a:xfrm>
          </p:grpSpPr>
          <p:sp>
            <p:nvSpPr>
              <p:cNvPr id="1287" name="Google Shape;1287;p41"/>
              <p:cNvSpPr/>
              <p:nvPr/>
            </p:nvSpPr>
            <p:spPr>
              <a:xfrm>
                <a:off x="6637422" y="403554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8" name="Google Shape;1288;p41"/>
              <p:cNvSpPr/>
              <p:nvPr/>
            </p:nvSpPr>
            <p:spPr>
              <a:xfrm>
                <a:off x="6246802" y="4314017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289" name="Google Shape;1289;p41"/>
            <p:cNvSpPr/>
            <p:nvPr/>
          </p:nvSpPr>
          <p:spPr>
            <a:xfrm>
              <a:off x="6742465" y="4422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47" name="Google Shape;2247;p50"/>
          <p:cNvGrpSpPr/>
          <p:nvPr/>
        </p:nvGrpSpPr>
        <p:grpSpPr>
          <a:xfrm>
            <a:off x="379095" y="1546225"/>
            <a:ext cx="3191510" cy="2656840"/>
            <a:chOff x="7462763" y="3416810"/>
            <a:chExt cx="1252883" cy="1312363"/>
          </a:xfrm>
        </p:grpSpPr>
        <p:grpSp>
          <p:nvGrpSpPr>
            <p:cNvPr id="2248" name="Google Shape;2248;p50"/>
            <p:cNvGrpSpPr/>
            <p:nvPr/>
          </p:nvGrpSpPr>
          <p:grpSpPr>
            <a:xfrm>
              <a:off x="7605209" y="3416810"/>
              <a:ext cx="1110436" cy="1238787"/>
              <a:chOff x="6140575" y="5030501"/>
              <a:chExt cx="1187506" cy="1324764"/>
            </a:xfrm>
          </p:grpSpPr>
          <p:grpSp>
            <p:nvGrpSpPr>
              <p:cNvPr id="2249" name="Google Shape;2249;p50"/>
              <p:cNvGrpSpPr/>
              <p:nvPr/>
            </p:nvGrpSpPr>
            <p:grpSpPr>
              <a:xfrm>
                <a:off x="6140575" y="5033818"/>
                <a:ext cx="1154341" cy="1321448"/>
                <a:chOff x="6140575" y="5033818"/>
                <a:chExt cx="1154341" cy="1321448"/>
              </a:xfrm>
            </p:grpSpPr>
            <p:sp>
              <p:nvSpPr>
                <p:cNvPr id="2250" name="Google Shape;2250;p50"/>
                <p:cNvSpPr/>
                <p:nvPr/>
              </p:nvSpPr>
              <p:spPr>
                <a:xfrm>
                  <a:off x="6140575" y="5033818"/>
                  <a:ext cx="1154341" cy="132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0" h="12352" extrusionOk="0">
                      <a:moveTo>
                        <a:pt x="9295" y="8126"/>
                      </a:moveTo>
                      <a:cubicBezTo>
                        <a:pt x="9316" y="8126"/>
                        <a:pt x="9338" y="8132"/>
                        <a:pt x="9359" y="8145"/>
                      </a:cubicBezTo>
                      <a:lnTo>
                        <a:pt x="9496" y="8225"/>
                      </a:lnTo>
                      <a:cubicBezTo>
                        <a:pt x="9575" y="8268"/>
                        <a:pt x="9618" y="8388"/>
                        <a:pt x="9582" y="8490"/>
                      </a:cubicBezTo>
                      <a:lnTo>
                        <a:pt x="9532" y="8670"/>
                      </a:lnTo>
                      <a:cubicBezTo>
                        <a:pt x="9505" y="8743"/>
                        <a:pt x="9451" y="8786"/>
                        <a:pt x="9393" y="8786"/>
                      </a:cubicBezTo>
                      <a:cubicBezTo>
                        <a:pt x="9373" y="8786"/>
                        <a:pt x="9352" y="8781"/>
                        <a:pt x="9332" y="8770"/>
                      </a:cubicBezTo>
                      <a:lnTo>
                        <a:pt x="9194" y="8690"/>
                      </a:lnTo>
                      <a:cubicBezTo>
                        <a:pt x="9116" y="8640"/>
                        <a:pt x="9073" y="8526"/>
                        <a:pt x="9107" y="8425"/>
                      </a:cubicBezTo>
                      <a:lnTo>
                        <a:pt x="9159" y="8245"/>
                      </a:lnTo>
                      <a:cubicBezTo>
                        <a:pt x="9184" y="8172"/>
                        <a:pt x="9237" y="8126"/>
                        <a:pt x="9295" y="8126"/>
                      </a:cubicBezTo>
                      <a:close/>
                      <a:moveTo>
                        <a:pt x="2574" y="289"/>
                      </a:moveTo>
                      <a:lnTo>
                        <a:pt x="10151" y="4666"/>
                      </a:lnTo>
                      <a:lnTo>
                        <a:pt x="7952" y="11904"/>
                      </a:lnTo>
                      <a:lnTo>
                        <a:pt x="375" y="7534"/>
                      </a:lnTo>
                      <a:lnTo>
                        <a:pt x="2574" y="289"/>
                      </a:lnTo>
                      <a:close/>
                      <a:moveTo>
                        <a:pt x="2431" y="1"/>
                      </a:moveTo>
                      <a:cubicBezTo>
                        <a:pt x="2316" y="1"/>
                        <a:pt x="2207" y="87"/>
                        <a:pt x="2164" y="237"/>
                      </a:cubicBezTo>
                      <a:lnTo>
                        <a:pt x="59" y="7174"/>
                      </a:lnTo>
                      <a:cubicBezTo>
                        <a:pt x="1" y="7376"/>
                        <a:pt x="80" y="7612"/>
                        <a:pt x="232" y="7698"/>
                      </a:cubicBezTo>
                      <a:lnTo>
                        <a:pt x="8231" y="12322"/>
                      </a:lnTo>
                      <a:cubicBezTo>
                        <a:pt x="8272" y="12339"/>
                        <a:pt x="8313" y="12351"/>
                        <a:pt x="8351" y="12351"/>
                      </a:cubicBezTo>
                      <a:cubicBezTo>
                        <a:pt x="8359" y="12351"/>
                        <a:pt x="8367" y="12350"/>
                        <a:pt x="8374" y="12349"/>
                      </a:cubicBezTo>
                      <a:lnTo>
                        <a:pt x="8404" y="12349"/>
                      </a:lnTo>
                      <a:cubicBezTo>
                        <a:pt x="8417" y="12342"/>
                        <a:pt x="8426" y="12342"/>
                        <a:pt x="8440" y="12335"/>
                      </a:cubicBezTo>
                      <a:cubicBezTo>
                        <a:pt x="8447" y="12335"/>
                        <a:pt x="8454" y="12329"/>
                        <a:pt x="8461" y="12329"/>
                      </a:cubicBezTo>
                      <a:cubicBezTo>
                        <a:pt x="8469" y="12322"/>
                        <a:pt x="8476" y="12322"/>
                        <a:pt x="8483" y="12322"/>
                      </a:cubicBezTo>
                      <a:cubicBezTo>
                        <a:pt x="8504" y="12299"/>
                        <a:pt x="8533" y="12285"/>
                        <a:pt x="8555" y="12256"/>
                      </a:cubicBezTo>
                      <a:cubicBezTo>
                        <a:pt x="8555" y="12249"/>
                        <a:pt x="8562" y="12249"/>
                        <a:pt x="8562" y="12242"/>
                      </a:cubicBezTo>
                      <a:cubicBezTo>
                        <a:pt x="8569" y="12242"/>
                        <a:pt x="8569" y="12235"/>
                        <a:pt x="8569" y="12227"/>
                      </a:cubicBezTo>
                      <a:cubicBezTo>
                        <a:pt x="8590" y="12199"/>
                        <a:pt x="8612" y="12163"/>
                        <a:pt x="8626" y="12120"/>
                      </a:cubicBezTo>
                      <a:lnTo>
                        <a:pt x="10733" y="5183"/>
                      </a:lnTo>
                      <a:cubicBezTo>
                        <a:pt x="10789" y="4981"/>
                        <a:pt x="10712" y="4745"/>
                        <a:pt x="10560" y="4652"/>
                      </a:cubicBezTo>
                      <a:lnTo>
                        <a:pt x="2561" y="37"/>
                      </a:lnTo>
                      <a:cubicBezTo>
                        <a:pt x="2518" y="8"/>
                        <a:pt x="2474" y="1"/>
                        <a:pt x="24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51" name="Google Shape;2251;p50"/>
                <p:cNvSpPr/>
                <p:nvPr/>
              </p:nvSpPr>
              <p:spPr>
                <a:xfrm>
                  <a:off x="6180587" y="5064736"/>
                  <a:ext cx="1046075" cy="1242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8" h="11616" extrusionOk="0">
                      <a:moveTo>
                        <a:pt x="2200" y="0"/>
                      </a:moveTo>
                      <a:lnTo>
                        <a:pt x="1" y="7245"/>
                      </a:lnTo>
                      <a:lnTo>
                        <a:pt x="7578" y="11615"/>
                      </a:lnTo>
                      <a:lnTo>
                        <a:pt x="9777" y="4377"/>
                      </a:lnTo>
                      <a:lnTo>
                        <a:pt x="22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52" name="Google Shape;2252;p50"/>
                <p:cNvSpPr/>
                <p:nvPr/>
              </p:nvSpPr>
              <p:spPr>
                <a:xfrm>
                  <a:off x="7111120" y="5903053"/>
                  <a:ext cx="58519" cy="7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7" h="662" extrusionOk="0">
                      <a:moveTo>
                        <a:pt x="223" y="1"/>
                      </a:moveTo>
                      <a:cubicBezTo>
                        <a:pt x="165" y="1"/>
                        <a:pt x="112" y="47"/>
                        <a:pt x="87" y="120"/>
                      </a:cubicBezTo>
                      <a:lnTo>
                        <a:pt x="35" y="300"/>
                      </a:lnTo>
                      <a:cubicBezTo>
                        <a:pt x="1" y="401"/>
                        <a:pt x="44" y="515"/>
                        <a:pt x="122" y="565"/>
                      </a:cubicBezTo>
                      <a:lnTo>
                        <a:pt x="260" y="645"/>
                      </a:lnTo>
                      <a:cubicBezTo>
                        <a:pt x="280" y="656"/>
                        <a:pt x="301" y="661"/>
                        <a:pt x="321" y="661"/>
                      </a:cubicBezTo>
                      <a:cubicBezTo>
                        <a:pt x="379" y="661"/>
                        <a:pt x="433" y="618"/>
                        <a:pt x="460" y="545"/>
                      </a:cubicBezTo>
                      <a:lnTo>
                        <a:pt x="510" y="365"/>
                      </a:lnTo>
                      <a:cubicBezTo>
                        <a:pt x="546" y="263"/>
                        <a:pt x="503" y="143"/>
                        <a:pt x="424" y="100"/>
                      </a:cubicBezTo>
                      <a:lnTo>
                        <a:pt x="287" y="20"/>
                      </a:lnTo>
                      <a:cubicBezTo>
                        <a:pt x="266" y="7"/>
                        <a:pt x="244" y="1"/>
                        <a:pt x="22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253" name="Google Shape;2253;p50"/>
              <p:cNvSpPr/>
              <p:nvPr/>
            </p:nvSpPr>
            <p:spPr>
              <a:xfrm>
                <a:off x="6398189" y="5030501"/>
                <a:ext cx="929892" cy="1324550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12381" extrusionOk="0">
                    <a:moveTo>
                      <a:pt x="335" y="1"/>
                    </a:moveTo>
                    <a:cubicBezTo>
                      <a:pt x="327" y="1"/>
                      <a:pt x="318" y="1"/>
                      <a:pt x="310" y="3"/>
                    </a:cubicBezTo>
                    <a:cubicBezTo>
                      <a:pt x="210" y="10"/>
                      <a:pt x="110" y="25"/>
                      <a:pt x="1" y="32"/>
                    </a:cubicBezTo>
                    <a:lnTo>
                      <a:pt x="23" y="32"/>
                    </a:lnTo>
                    <a:cubicBezTo>
                      <a:pt x="66" y="32"/>
                      <a:pt x="110" y="39"/>
                      <a:pt x="153" y="68"/>
                    </a:cubicBezTo>
                    <a:lnTo>
                      <a:pt x="8152" y="4683"/>
                    </a:lnTo>
                    <a:cubicBezTo>
                      <a:pt x="8304" y="4776"/>
                      <a:pt x="8381" y="5012"/>
                      <a:pt x="8325" y="5214"/>
                    </a:cubicBezTo>
                    <a:lnTo>
                      <a:pt x="6218" y="12151"/>
                    </a:lnTo>
                    <a:cubicBezTo>
                      <a:pt x="6204" y="12194"/>
                      <a:pt x="6182" y="12230"/>
                      <a:pt x="6161" y="12258"/>
                    </a:cubicBezTo>
                    <a:cubicBezTo>
                      <a:pt x="6161" y="12266"/>
                      <a:pt x="6161" y="12273"/>
                      <a:pt x="6154" y="12273"/>
                    </a:cubicBezTo>
                    <a:cubicBezTo>
                      <a:pt x="6154" y="12280"/>
                      <a:pt x="6147" y="12280"/>
                      <a:pt x="6147" y="12287"/>
                    </a:cubicBezTo>
                    <a:cubicBezTo>
                      <a:pt x="6125" y="12316"/>
                      <a:pt x="6096" y="12330"/>
                      <a:pt x="6075" y="12353"/>
                    </a:cubicBezTo>
                    <a:cubicBezTo>
                      <a:pt x="6068" y="12353"/>
                      <a:pt x="6061" y="12353"/>
                      <a:pt x="6053" y="12360"/>
                    </a:cubicBezTo>
                    <a:cubicBezTo>
                      <a:pt x="6046" y="12360"/>
                      <a:pt x="6039" y="12366"/>
                      <a:pt x="6032" y="12366"/>
                    </a:cubicBezTo>
                    <a:cubicBezTo>
                      <a:pt x="6020" y="12373"/>
                      <a:pt x="6012" y="12373"/>
                      <a:pt x="6000" y="12378"/>
                    </a:cubicBezTo>
                    <a:lnTo>
                      <a:pt x="6000" y="12378"/>
                    </a:lnTo>
                    <a:cubicBezTo>
                      <a:pt x="6096" y="12372"/>
                      <a:pt x="6186" y="12365"/>
                      <a:pt x="6277" y="12353"/>
                    </a:cubicBezTo>
                    <a:cubicBezTo>
                      <a:pt x="6384" y="12344"/>
                      <a:pt x="6484" y="12258"/>
                      <a:pt x="6527" y="12121"/>
                    </a:cubicBezTo>
                    <a:lnTo>
                      <a:pt x="8626" y="5185"/>
                    </a:lnTo>
                    <a:cubicBezTo>
                      <a:pt x="8692" y="4985"/>
                      <a:pt x="8613" y="4747"/>
                      <a:pt x="8454" y="4654"/>
                    </a:cubicBezTo>
                    <a:lnTo>
                      <a:pt x="461" y="39"/>
                    </a:lnTo>
                    <a:cubicBezTo>
                      <a:pt x="420" y="15"/>
                      <a:pt x="377" y="1"/>
                      <a:pt x="335" y="1"/>
                    </a:cubicBezTo>
                    <a:close/>
                    <a:moveTo>
                      <a:pt x="6000" y="12378"/>
                    </a:moveTo>
                    <a:cubicBezTo>
                      <a:pt x="5989" y="12379"/>
                      <a:pt x="5978" y="12380"/>
                      <a:pt x="5966" y="12380"/>
                    </a:cubicBezTo>
                    <a:lnTo>
                      <a:pt x="5996" y="12380"/>
                    </a:lnTo>
                    <a:cubicBezTo>
                      <a:pt x="5997" y="12379"/>
                      <a:pt x="5999" y="12379"/>
                      <a:pt x="6000" y="1237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54" name="Google Shape;2254;p50"/>
            <p:cNvGrpSpPr/>
            <p:nvPr/>
          </p:nvGrpSpPr>
          <p:grpSpPr>
            <a:xfrm flipH="1">
              <a:off x="7462763" y="4284197"/>
              <a:ext cx="747894" cy="444976"/>
              <a:chOff x="6355931" y="6441818"/>
              <a:chExt cx="799801" cy="475859"/>
            </a:xfrm>
          </p:grpSpPr>
          <p:sp>
            <p:nvSpPr>
              <p:cNvPr id="2255" name="Google Shape;2255;p50"/>
              <p:cNvSpPr/>
              <p:nvPr/>
            </p:nvSpPr>
            <p:spPr>
              <a:xfrm>
                <a:off x="6355931" y="6840115"/>
                <a:ext cx="106234" cy="77562"/>
              </a:xfrm>
              <a:custGeom>
                <a:avLst/>
                <a:gdLst/>
                <a:ahLst/>
                <a:cxnLst/>
                <a:rect l="l" t="t" r="r" b="b"/>
                <a:pathLst>
                  <a:path w="993" h="725" extrusionOk="0">
                    <a:moveTo>
                      <a:pt x="755" y="1"/>
                    </a:moveTo>
                    <a:cubicBezTo>
                      <a:pt x="720" y="30"/>
                      <a:pt x="712" y="30"/>
                      <a:pt x="705" y="37"/>
                    </a:cubicBezTo>
                    <a:cubicBezTo>
                      <a:pt x="684" y="44"/>
                      <a:pt x="648" y="80"/>
                      <a:pt x="605" y="109"/>
                    </a:cubicBezTo>
                    <a:cubicBezTo>
                      <a:pt x="432" y="246"/>
                      <a:pt x="187" y="468"/>
                      <a:pt x="58" y="591"/>
                    </a:cubicBezTo>
                    <a:cubicBezTo>
                      <a:pt x="1" y="641"/>
                      <a:pt x="8" y="677"/>
                      <a:pt x="15" y="699"/>
                    </a:cubicBezTo>
                    <a:cubicBezTo>
                      <a:pt x="21" y="699"/>
                      <a:pt x="21" y="706"/>
                      <a:pt x="37" y="713"/>
                    </a:cubicBezTo>
                    <a:cubicBezTo>
                      <a:pt x="49" y="721"/>
                      <a:pt x="62" y="724"/>
                      <a:pt x="76" y="724"/>
                    </a:cubicBezTo>
                    <a:cubicBezTo>
                      <a:pt x="86" y="724"/>
                      <a:pt x="96" y="723"/>
                      <a:pt x="108" y="720"/>
                    </a:cubicBezTo>
                    <a:cubicBezTo>
                      <a:pt x="116" y="720"/>
                      <a:pt x="123" y="720"/>
                      <a:pt x="144" y="706"/>
                    </a:cubicBezTo>
                    <a:cubicBezTo>
                      <a:pt x="180" y="699"/>
                      <a:pt x="210" y="691"/>
                      <a:pt x="237" y="677"/>
                    </a:cubicBezTo>
                    <a:cubicBezTo>
                      <a:pt x="266" y="670"/>
                      <a:pt x="303" y="663"/>
                      <a:pt x="323" y="647"/>
                    </a:cubicBezTo>
                    <a:cubicBezTo>
                      <a:pt x="505" y="591"/>
                      <a:pt x="611" y="554"/>
                      <a:pt x="625" y="547"/>
                    </a:cubicBezTo>
                    <a:cubicBezTo>
                      <a:pt x="798" y="491"/>
                      <a:pt x="884" y="454"/>
                      <a:pt x="950" y="418"/>
                    </a:cubicBezTo>
                    <a:cubicBezTo>
                      <a:pt x="956" y="418"/>
                      <a:pt x="956" y="411"/>
                      <a:pt x="956" y="411"/>
                    </a:cubicBezTo>
                    <a:cubicBezTo>
                      <a:pt x="963" y="411"/>
                      <a:pt x="979" y="404"/>
                      <a:pt x="986" y="397"/>
                    </a:cubicBezTo>
                    <a:cubicBezTo>
                      <a:pt x="993" y="275"/>
                      <a:pt x="927" y="159"/>
                      <a:pt x="870" y="95"/>
                    </a:cubicBezTo>
                    <a:cubicBezTo>
                      <a:pt x="834" y="52"/>
                      <a:pt x="798" y="23"/>
                      <a:pt x="7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6" name="Google Shape;2256;p50"/>
              <p:cNvSpPr/>
              <p:nvPr/>
            </p:nvSpPr>
            <p:spPr>
              <a:xfrm>
                <a:off x="6436596" y="6483327"/>
                <a:ext cx="640718" cy="399366"/>
              </a:xfrm>
              <a:custGeom>
                <a:avLst/>
                <a:gdLst/>
                <a:ahLst/>
                <a:cxnLst/>
                <a:rect l="l" t="t" r="r" b="b"/>
                <a:pathLst>
                  <a:path w="5989" h="3733" extrusionOk="0">
                    <a:moveTo>
                      <a:pt x="5752" y="1"/>
                    </a:moveTo>
                    <a:cubicBezTo>
                      <a:pt x="5680" y="37"/>
                      <a:pt x="5600" y="87"/>
                      <a:pt x="5514" y="137"/>
                    </a:cubicBezTo>
                    <a:cubicBezTo>
                      <a:pt x="5305" y="260"/>
                      <a:pt x="5062" y="403"/>
                      <a:pt x="4796" y="555"/>
                    </a:cubicBezTo>
                    <a:cubicBezTo>
                      <a:pt x="4529" y="713"/>
                      <a:pt x="4243" y="877"/>
                      <a:pt x="3941" y="1050"/>
                    </a:cubicBezTo>
                    <a:cubicBezTo>
                      <a:pt x="3646" y="1222"/>
                      <a:pt x="3337" y="1403"/>
                      <a:pt x="3035" y="1576"/>
                    </a:cubicBezTo>
                    <a:cubicBezTo>
                      <a:pt x="2726" y="1755"/>
                      <a:pt x="2424" y="1935"/>
                      <a:pt x="2129" y="2100"/>
                    </a:cubicBezTo>
                    <a:cubicBezTo>
                      <a:pt x="1841" y="2273"/>
                      <a:pt x="1562" y="2439"/>
                      <a:pt x="1310" y="2582"/>
                    </a:cubicBezTo>
                    <a:cubicBezTo>
                      <a:pt x="1051" y="2732"/>
                      <a:pt x="820" y="2861"/>
                      <a:pt x="627" y="2977"/>
                    </a:cubicBezTo>
                    <a:cubicBezTo>
                      <a:pt x="432" y="3092"/>
                      <a:pt x="275" y="3185"/>
                      <a:pt x="159" y="3249"/>
                    </a:cubicBezTo>
                    <a:cubicBezTo>
                      <a:pt x="80" y="3292"/>
                      <a:pt x="30" y="3322"/>
                      <a:pt x="1" y="3336"/>
                    </a:cubicBezTo>
                    <a:cubicBezTo>
                      <a:pt x="44" y="3358"/>
                      <a:pt x="80" y="3387"/>
                      <a:pt x="116" y="3430"/>
                    </a:cubicBezTo>
                    <a:cubicBezTo>
                      <a:pt x="173" y="3494"/>
                      <a:pt x="239" y="3610"/>
                      <a:pt x="232" y="3732"/>
                    </a:cubicBezTo>
                    <a:cubicBezTo>
                      <a:pt x="670" y="3480"/>
                      <a:pt x="1101" y="3229"/>
                      <a:pt x="1533" y="2977"/>
                    </a:cubicBezTo>
                    <a:cubicBezTo>
                      <a:pt x="2697" y="2301"/>
                      <a:pt x="3861" y="1626"/>
                      <a:pt x="5019" y="950"/>
                    </a:cubicBezTo>
                    <a:cubicBezTo>
                      <a:pt x="5242" y="820"/>
                      <a:pt x="5530" y="655"/>
                      <a:pt x="5745" y="525"/>
                    </a:cubicBezTo>
                    <a:cubicBezTo>
                      <a:pt x="5788" y="505"/>
                      <a:pt x="5832" y="482"/>
                      <a:pt x="5866" y="455"/>
                    </a:cubicBezTo>
                    <a:cubicBezTo>
                      <a:pt x="5909" y="432"/>
                      <a:pt x="5952" y="412"/>
                      <a:pt x="5989" y="382"/>
                    </a:cubicBezTo>
                    <a:cubicBezTo>
                      <a:pt x="5982" y="267"/>
                      <a:pt x="5925" y="160"/>
                      <a:pt x="5859" y="87"/>
                    </a:cubicBezTo>
                    <a:cubicBezTo>
                      <a:pt x="5823" y="51"/>
                      <a:pt x="5788" y="23"/>
                      <a:pt x="5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7" name="Google Shape;2257;p50"/>
              <p:cNvSpPr/>
              <p:nvPr/>
            </p:nvSpPr>
            <p:spPr>
              <a:xfrm>
                <a:off x="7051959" y="6441818"/>
                <a:ext cx="103773" cy="82484"/>
              </a:xfrm>
              <a:custGeom>
                <a:avLst/>
                <a:gdLst/>
                <a:ahLst/>
                <a:cxnLst/>
                <a:rect l="l" t="t" r="r" b="b"/>
                <a:pathLst>
                  <a:path w="970" h="771" extrusionOk="0">
                    <a:moveTo>
                      <a:pt x="747" y="1"/>
                    </a:moveTo>
                    <a:cubicBezTo>
                      <a:pt x="675" y="8"/>
                      <a:pt x="611" y="37"/>
                      <a:pt x="588" y="44"/>
                    </a:cubicBezTo>
                    <a:cubicBezTo>
                      <a:pt x="575" y="51"/>
                      <a:pt x="575" y="51"/>
                      <a:pt x="287" y="216"/>
                    </a:cubicBezTo>
                    <a:cubicBezTo>
                      <a:pt x="209" y="266"/>
                      <a:pt x="114" y="325"/>
                      <a:pt x="0" y="389"/>
                    </a:cubicBezTo>
                    <a:cubicBezTo>
                      <a:pt x="36" y="411"/>
                      <a:pt x="71" y="439"/>
                      <a:pt x="107" y="475"/>
                    </a:cubicBezTo>
                    <a:cubicBezTo>
                      <a:pt x="173" y="548"/>
                      <a:pt x="230" y="655"/>
                      <a:pt x="237" y="770"/>
                    </a:cubicBezTo>
                    <a:cubicBezTo>
                      <a:pt x="345" y="713"/>
                      <a:pt x="438" y="655"/>
                      <a:pt x="518" y="611"/>
                    </a:cubicBezTo>
                    <a:cubicBezTo>
                      <a:pt x="783" y="454"/>
                      <a:pt x="783" y="454"/>
                      <a:pt x="804" y="439"/>
                    </a:cubicBezTo>
                    <a:cubicBezTo>
                      <a:pt x="840" y="418"/>
                      <a:pt x="870" y="396"/>
                      <a:pt x="877" y="382"/>
                    </a:cubicBezTo>
                    <a:cubicBezTo>
                      <a:pt x="906" y="360"/>
                      <a:pt x="970" y="289"/>
                      <a:pt x="970" y="187"/>
                    </a:cubicBezTo>
                    <a:cubicBezTo>
                      <a:pt x="970" y="166"/>
                      <a:pt x="970" y="144"/>
                      <a:pt x="956" y="109"/>
                    </a:cubicBezTo>
                    <a:cubicBezTo>
                      <a:pt x="942" y="80"/>
                      <a:pt x="913" y="58"/>
                      <a:pt x="913" y="51"/>
                    </a:cubicBezTo>
                    <a:cubicBezTo>
                      <a:pt x="863" y="15"/>
                      <a:pt x="813" y="1"/>
                      <a:pt x="7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9080" name="Google Shape;19080;p92"/>
          <p:cNvGrpSpPr/>
          <p:nvPr/>
        </p:nvGrpSpPr>
        <p:grpSpPr>
          <a:xfrm>
            <a:off x="1273810" y="2282190"/>
            <a:ext cx="691515" cy="646430"/>
            <a:chOff x="2344476" y="2571761"/>
            <a:chExt cx="417671" cy="417045"/>
          </a:xfrm>
          <a:solidFill>
            <a:schemeClr val="tx1"/>
          </a:solidFill>
        </p:grpSpPr>
        <p:sp>
          <p:nvSpPr>
            <p:cNvPr id="19081" name="Google Shape;19081;p92"/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82" name="Google Shape;19082;p92"/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053" name="Google Shape;19053;p92"/>
          <p:cNvGrpSpPr/>
          <p:nvPr/>
        </p:nvGrpSpPr>
        <p:grpSpPr>
          <a:xfrm>
            <a:off x="2092325" y="2541270"/>
            <a:ext cx="853440" cy="852805"/>
            <a:chOff x="2964567" y="2571753"/>
            <a:chExt cx="417045" cy="417045"/>
          </a:xfrm>
          <a:solidFill>
            <a:schemeClr val="tx1"/>
          </a:solidFill>
        </p:grpSpPr>
        <p:sp>
          <p:nvSpPr>
            <p:cNvPr id="19054" name="Google Shape;19054;p92"/>
            <p:cNvSpPr/>
            <p:nvPr/>
          </p:nvSpPr>
          <p:spPr>
            <a:xfrm>
              <a:off x="2964567" y="2571753"/>
              <a:ext cx="417045" cy="417045"/>
            </a:xfrm>
            <a:custGeom>
              <a:avLst/>
              <a:gdLst/>
              <a:ahLst/>
              <a:cxnLst/>
              <a:rect l="l" t="t" r="r" b="b"/>
              <a:pathLst>
                <a:path w="19983" h="19983" extrusionOk="0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55" name="Google Shape;19055;p92"/>
            <p:cNvSpPr/>
            <p:nvPr/>
          </p:nvSpPr>
          <p:spPr>
            <a:xfrm>
              <a:off x="3037777" y="2694715"/>
              <a:ext cx="270642" cy="146633"/>
            </a:xfrm>
            <a:custGeom>
              <a:avLst/>
              <a:gdLst/>
              <a:ahLst/>
              <a:cxnLst/>
              <a:rect l="l" t="t" r="r" b="b"/>
              <a:pathLst>
                <a:path w="12968" h="7026" extrusionOk="0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781;p41"/>
          <p:cNvGrpSpPr/>
          <p:nvPr/>
        </p:nvGrpSpPr>
        <p:grpSpPr>
          <a:xfrm>
            <a:off x="-393065" y="2451735"/>
            <a:ext cx="5380355" cy="3054985"/>
            <a:chOff x="-41700" y="1369360"/>
            <a:chExt cx="8039600" cy="4403965"/>
          </a:xfrm>
        </p:grpSpPr>
        <p:sp>
          <p:nvSpPr>
            <p:cNvPr id="2" name="Google Shape;782;p41"/>
            <p:cNvSpPr/>
            <p:nvPr/>
          </p:nvSpPr>
          <p:spPr>
            <a:xfrm>
              <a:off x="-41700" y="2753625"/>
              <a:ext cx="8039600" cy="3019700"/>
            </a:xfrm>
            <a:custGeom>
              <a:avLst/>
              <a:gdLst/>
              <a:ahLst/>
              <a:cxnLst/>
              <a:rect l="l" t="t" r="r" b="b"/>
              <a:pathLst>
                <a:path w="321584" h="120788" extrusionOk="0">
                  <a:moveTo>
                    <a:pt x="0" y="65800"/>
                  </a:moveTo>
                  <a:lnTo>
                    <a:pt x="112755" y="0"/>
                  </a:lnTo>
                  <a:lnTo>
                    <a:pt x="321584" y="120788"/>
                  </a:lnTo>
                  <a:lnTo>
                    <a:pt x="1853" y="120788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" name="Google Shape;783;p41"/>
            <p:cNvGrpSpPr/>
            <p:nvPr/>
          </p:nvGrpSpPr>
          <p:grpSpPr>
            <a:xfrm>
              <a:off x="429385" y="1835802"/>
              <a:ext cx="3597433" cy="3118551"/>
              <a:chOff x="1022370" y="2273688"/>
              <a:chExt cx="2308414" cy="2001124"/>
            </a:xfrm>
          </p:grpSpPr>
          <p:sp>
            <p:nvSpPr>
              <p:cNvPr id="4" name="Google Shape;784;p41"/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  <a:lnTo>
                      <a:pt x="1" y="1"/>
                    </a:lnTo>
                    <a:cubicBezTo>
                      <a:pt x="16" y="8"/>
                      <a:pt x="23" y="15"/>
                      <a:pt x="37" y="2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" name="Google Shape;785;p41"/>
              <p:cNvSpPr/>
              <p:nvPr/>
            </p:nvSpPr>
            <p:spPr>
              <a:xfrm>
                <a:off x="2597883" y="3101824"/>
                <a:ext cx="355172" cy="18546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1743" extrusionOk="0">
                    <a:moveTo>
                      <a:pt x="1453" y="1"/>
                    </a:moveTo>
                    <a:lnTo>
                      <a:pt x="1453" y="1"/>
                    </a:lnTo>
                    <a:cubicBezTo>
                      <a:pt x="1151" y="23"/>
                      <a:pt x="849" y="103"/>
                      <a:pt x="611" y="239"/>
                    </a:cubicBezTo>
                    <a:cubicBezTo>
                      <a:pt x="16" y="570"/>
                      <a:pt x="1" y="1122"/>
                      <a:pt x="584" y="1476"/>
                    </a:cubicBezTo>
                    <a:cubicBezTo>
                      <a:pt x="882" y="1653"/>
                      <a:pt x="1278" y="1743"/>
                      <a:pt x="1675" y="1743"/>
                    </a:cubicBezTo>
                    <a:cubicBezTo>
                      <a:pt x="2052" y="1743"/>
                      <a:pt x="2430" y="1661"/>
                      <a:pt x="2725" y="1497"/>
                    </a:cubicBezTo>
                    <a:cubicBezTo>
                      <a:pt x="3322" y="1158"/>
                      <a:pt x="3337" y="605"/>
                      <a:pt x="2754" y="260"/>
                    </a:cubicBezTo>
                    <a:cubicBezTo>
                      <a:pt x="2740" y="253"/>
                      <a:pt x="2733" y="246"/>
                      <a:pt x="2718" y="239"/>
                    </a:cubicBezTo>
                    <a:cubicBezTo>
                      <a:pt x="2588" y="167"/>
                      <a:pt x="2438" y="110"/>
                      <a:pt x="2286" y="66"/>
                    </a:cubicBezTo>
                    <a:lnTo>
                      <a:pt x="2266" y="123"/>
                    </a:lnTo>
                    <a:cubicBezTo>
                      <a:pt x="2388" y="160"/>
                      <a:pt x="2495" y="210"/>
                      <a:pt x="2595" y="268"/>
                    </a:cubicBezTo>
                    <a:cubicBezTo>
                      <a:pt x="3099" y="570"/>
                      <a:pt x="3085" y="1045"/>
                      <a:pt x="2575" y="1331"/>
                    </a:cubicBezTo>
                    <a:cubicBezTo>
                      <a:pt x="2320" y="1472"/>
                      <a:pt x="1993" y="1543"/>
                      <a:pt x="1668" y="1543"/>
                    </a:cubicBezTo>
                    <a:cubicBezTo>
                      <a:pt x="1330" y="1543"/>
                      <a:pt x="994" y="1467"/>
                      <a:pt x="741" y="1317"/>
                    </a:cubicBezTo>
                    <a:cubicBezTo>
                      <a:pt x="239" y="1015"/>
                      <a:pt x="253" y="541"/>
                      <a:pt x="763" y="253"/>
                    </a:cubicBezTo>
                    <a:cubicBezTo>
                      <a:pt x="956" y="146"/>
                      <a:pt x="1188" y="80"/>
                      <a:pt x="1431" y="53"/>
                    </a:cubicBezTo>
                    <a:lnTo>
                      <a:pt x="145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" name="Google Shape;786;p41"/>
              <p:cNvSpPr/>
              <p:nvPr/>
            </p:nvSpPr>
            <p:spPr>
              <a:xfrm>
                <a:off x="2623207" y="3107357"/>
                <a:ext cx="304418" cy="158646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1491" extrusionOk="0">
                    <a:moveTo>
                      <a:pt x="1193" y="1"/>
                    </a:moveTo>
                    <a:cubicBezTo>
                      <a:pt x="950" y="28"/>
                      <a:pt x="718" y="94"/>
                      <a:pt x="525" y="201"/>
                    </a:cubicBezTo>
                    <a:cubicBezTo>
                      <a:pt x="15" y="489"/>
                      <a:pt x="1" y="963"/>
                      <a:pt x="503" y="1265"/>
                    </a:cubicBezTo>
                    <a:cubicBezTo>
                      <a:pt x="756" y="1415"/>
                      <a:pt x="1092" y="1491"/>
                      <a:pt x="1430" y="1491"/>
                    </a:cubicBezTo>
                    <a:cubicBezTo>
                      <a:pt x="1755" y="1491"/>
                      <a:pt x="2082" y="1420"/>
                      <a:pt x="2337" y="1279"/>
                    </a:cubicBezTo>
                    <a:cubicBezTo>
                      <a:pt x="2847" y="993"/>
                      <a:pt x="2861" y="518"/>
                      <a:pt x="2357" y="216"/>
                    </a:cubicBezTo>
                    <a:cubicBezTo>
                      <a:pt x="2257" y="158"/>
                      <a:pt x="2150" y="108"/>
                      <a:pt x="2028" y="71"/>
                    </a:cubicBezTo>
                    <a:lnTo>
                      <a:pt x="1833" y="582"/>
                    </a:lnTo>
                    <a:lnTo>
                      <a:pt x="1452" y="805"/>
                    </a:lnTo>
                    <a:lnTo>
                      <a:pt x="993" y="539"/>
                    </a:lnTo>
                    <a:lnTo>
                      <a:pt x="119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" name="Google Shape;787;p41"/>
              <p:cNvSpPr/>
              <p:nvPr/>
            </p:nvSpPr>
            <p:spPr>
              <a:xfrm>
                <a:off x="2589477" y="3213654"/>
                <a:ext cx="371770" cy="125236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177" extrusionOk="0">
                    <a:moveTo>
                      <a:pt x="3494" y="7"/>
                    </a:moveTo>
                    <a:cubicBezTo>
                      <a:pt x="3491" y="31"/>
                      <a:pt x="3489" y="54"/>
                      <a:pt x="3488" y="76"/>
                    </a:cubicBezTo>
                    <a:lnTo>
                      <a:pt x="3488" y="76"/>
                    </a:lnTo>
                    <a:cubicBezTo>
                      <a:pt x="3491" y="53"/>
                      <a:pt x="3493" y="30"/>
                      <a:pt x="3494" y="7"/>
                    </a:cubicBezTo>
                    <a:close/>
                    <a:moveTo>
                      <a:pt x="0" y="1"/>
                    </a:moveTo>
                    <a:lnTo>
                      <a:pt x="0" y="166"/>
                    </a:lnTo>
                    <a:cubicBezTo>
                      <a:pt x="0" y="416"/>
                      <a:pt x="166" y="675"/>
                      <a:pt x="497" y="870"/>
                    </a:cubicBezTo>
                    <a:cubicBezTo>
                      <a:pt x="837" y="1074"/>
                      <a:pt x="1290" y="1177"/>
                      <a:pt x="1745" y="1177"/>
                    </a:cubicBezTo>
                    <a:cubicBezTo>
                      <a:pt x="2184" y="1177"/>
                      <a:pt x="2623" y="1081"/>
                      <a:pt x="2962" y="891"/>
                    </a:cubicBezTo>
                    <a:cubicBezTo>
                      <a:pt x="3314" y="697"/>
                      <a:pt x="3487" y="439"/>
                      <a:pt x="3487" y="173"/>
                    </a:cubicBezTo>
                    <a:cubicBezTo>
                      <a:pt x="3487" y="139"/>
                      <a:pt x="3487" y="108"/>
                      <a:pt x="3488" y="76"/>
                    </a:cubicBezTo>
                    <a:lnTo>
                      <a:pt x="3488" y="76"/>
                    </a:lnTo>
                    <a:cubicBezTo>
                      <a:pt x="3455" y="317"/>
                      <a:pt x="3284" y="549"/>
                      <a:pt x="2962" y="727"/>
                    </a:cubicBezTo>
                    <a:cubicBezTo>
                      <a:pt x="2624" y="917"/>
                      <a:pt x="2186" y="1012"/>
                      <a:pt x="1748" y="1012"/>
                    </a:cubicBezTo>
                    <a:cubicBezTo>
                      <a:pt x="1292" y="1012"/>
                      <a:pt x="838" y="909"/>
                      <a:pt x="497" y="704"/>
                    </a:cubicBezTo>
                    <a:cubicBezTo>
                      <a:pt x="166" y="511"/>
                      <a:pt x="0" y="252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" name="Google Shape;788;p41"/>
              <p:cNvSpPr/>
              <p:nvPr/>
            </p:nvSpPr>
            <p:spPr>
              <a:xfrm>
                <a:off x="2589477" y="3127148"/>
                <a:ext cx="371770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825" extrusionOk="0">
                    <a:moveTo>
                      <a:pt x="2833" y="22"/>
                    </a:moveTo>
                    <a:lnTo>
                      <a:pt x="2833" y="22"/>
                    </a:lnTo>
                    <a:cubicBezTo>
                      <a:pt x="2835" y="23"/>
                      <a:pt x="2837" y="24"/>
                      <a:pt x="2840" y="26"/>
                    </a:cubicBezTo>
                    <a:lnTo>
                      <a:pt x="2840" y="26"/>
                    </a:lnTo>
                    <a:cubicBezTo>
                      <a:pt x="2837" y="24"/>
                      <a:pt x="2835" y="23"/>
                      <a:pt x="2833" y="22"/>
                    </a:cubicBezTo>
                    <a:close/>
                    <a:moveTo>
                      <a:pt x="690" y="1"/>
                    </a:moveTo>
                    <a:lnTo>
                      <a:pt x="533" y="87"/>
                    </a:lnTo>
                    <a:cubicBezTo>
                      <a:pt x="181" y="289"/>
                      <a:pt x="0" y="548"/>
                      <a:pt x="0" y="814"/>
                    </a:cubicBezTo>
                    <a:cubicBezTo>
                      <a:pt x="0" y="1065"/>
                      <a:pt x="166" y="1324"/>
                      <a:pt x="497" y="1517"/>
                    </a:cubicBezTo>
                    <a:cubicBezTo>
                      <a:pt x="838" y="1722"/>
                      <a:pt x="1292" y="1825"/>
                      <a:pt x="1748" y="1825"/>
                    </a:cubicBezTo>
                    <a:cubicBezTo>
                      <a:pt x="2186" y="1825"/>
                      <a:pt x="2624" y="1730"/>
                      <a:pt x="2962" y="1540"/>
                    </a:cubicBezTo>
                    <a:cubicBezTo>
                      <a:pt x="3314" y="1345"/>
                      <a:pt x="3487" y="1086"/>
                      <a:pt x="3494" y="820"/>
                    </a:cubicBezTo>
                    <a:cubicBezTo>
                      <a:pt x="3494" y="569"/>
                      <a:pt x="3330" y="310"/>
                      <a:pt x="2999" y="117"/>
                    </a:cubicBezTo>
                    <a:cubicBezTo>
                      <a:pt x="2985" y="108"/>
                      <a:pt x="2969" y="101"/>
                      <a:pt x="2962" y="94"/>
                    </a:cubicBezTo>
                    <a:cubicBezTo>
                      <a:pt x="2942" y="80"/>
                      <a:pt x="2919" y="73"/>
                      <a:pt x="2905" y="58"/>
                    </a:cubicBezTo>
                    <a:cubicBezTo>
                      <a:pt x="2899" y="58"/>
                      <a:pt x="2883" y="51"/>
                      <a:pt x="2876" y="44"/>
                    </a:cubicBezTo>
                    <a:cubicBezTo>
                      <a:pt x="2864" y="38"/>
                      <a:pt x="2852" y="33"/>
                      <a:pt x="2840" y="26"/>
                    </a:cubicBezTo>
                    <a:lnTo>
                      <a:pt x="2840" y="26"/>
                    </a:lnTo>
                    <a:cubicBezTo>
                      <a:pt x="3416" y="371"/>
                      <a:pt x="3398" y="922"/>
                      <a:pt x="2804" y="1259"/>
                    </a:cubicBezTo>
                    <a:cubicBezTo>
                      <a:pt x="2509" y="1423"/>
                      <a:pt x="2131" y="1505"/>
                      <a:pt x="1754" y="1505"/>
                    </a:cubicBezTo>
                    <a:cubicBezTo>
                      <a:pt x="1357" y="1505"/>
                      <a:pt x="961" y="1415"/>
                      <a:pt x="663" y="1238"/>
                    </a:cubicBezTo>
                    <a:cubicBezTo>
                      <a:pt x="80" y="884"/>
                      <a:pt x="95" y="332"/>
                      <a:pt x="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" name="Google Shape;789;p41"/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1" y="1"/>
                    </a:moveTo>
                    <a:lnTo>
                      <a:pt x="25" y="15"/>
                    </a:lnTo>
                    <a:lnTo>
                      <a:pt x="25" y="15"/>
                    </a:lnTo>
                    <a:cubicBezTo>
                      <a:pt x="18" y="10"/>
                      <a:pt x="11" y="6"/>
                      <a:pt x="1" y="1"/>
                    </a:cubicBezTo>
                    <a:close/>
                    <a:moveTo>
                      <a:pt x="25" y="15"/>
                    </a:moveTo>
                    <a:cubicBezTo>
                      <a:pt x="29" y="17"/>
                      <a:pt x="32" y="19"/>
                      <a:pt x="37" y="22"/>
                    </a:cubicBezTo>
                    <a:lnTo>
                      <a:pt x="25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" name="Google Shape;790;p41"/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fill="none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" name="Google Shape;791;p41"/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" name="Google Shape;792;p41"/>
              <p:cNvSpPr/>
              <p:nvPr/>
            </p:nvSpPr>
            <p:spPr>
              <a:xfrm>
                <a:off x="2760148" y="2382325"/>
                <a:ext cx="207378" cy="300587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2825" extrusionOk="0">
                    <a:moveTo>
                      <a:pt x="58" y="0"/>
                    </a:moveTo>
                    <a:lnTo>
                      <a:pt x="1" y="87"/>
                    </a:lnTo>
                    <a:cubicBezTo>
                      <a:pt x="28" y="137"/>
                      <a:pt x="51" y="173"/>
                      <a:pt x="78" y="244"/>
                    </a:cubicBezTo>
                    <a:cubicBezTo>
                      <a:pt x="78" y="251"/>
                      <a:pt x="87" y="259"/>
                      <a:pt x="87" y="273"/>
                    </a:cubicBezTo>
                    <a:lnTo>
                      <a:pt x="1495" y="2566"/>
                    </a:lnTo>
                    <a:lnTo>
                      <a:pt x="1948" y="2824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" name="Google Shape;793;p41"/>
              <p:cNvSpPr/>
              <p:nvPr/>
            </p:nvSpPr>
            <p:spPr>
              <a:xfrm>
                <a:off x="2766213" y="2361577"/>
                <a:ext cx="237278" cy="831429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7814" extrusionOk="0">
                    <a:moveTo>
                      <a:pt x="130" y="1"/>
                    </a:moveTo>
                    <a:lnTo>
                      <a:pt x="130" y="7"/>
                    </a:lnTo>
                    <a:lnTo>
                      <a:pt x="1" y="195"/>
                    </a:lnTo>
                    <a:lnTo>
                      <a:pt x="1891" y="3019"/>
                    </a:lnTo>
                    <a:lnTo>
                      <a:pt x="425" y="6973"/>
                    </a:lnTo>
                    <a:lnTo>
                      <a:pt x="403" y="7023"/>
                    </a:lnTo>
                    <a:lnTo>
                      <a:pt x="108" y="7814"/>
                    </a:lnTo>
                    <a:lnTo>
                      <a:pt x="489" y="7591"/>
                    </a:lnTo>
                    <a:lnTo>
                      <a:pt x="684" y="7080"/>
                    </a:lnTo>
                    <a:lnTo>
                      <a:pt x="704" y="7023"/>
                    </a:lnTo>
                    <a:lnTo>
                      <a:pt x="2229" y="2890"/>
                    </a:lnTo>
                    <a:lnTo>
                      <a:pt x="2207" y="2688"/>
                    </a:ln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" name="Google Shape;794;p41"/>
              <p:cNvSpPr/>
              <p:nvPr/>
            </p:nvSpPr>
            <p:spPr>
              <a:xfrm>
                <a:off x="2728759" y="2655250"/>
                <a:ext cx="238767" cy="537758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5054" extrusionOk="0">
                    <a:moveTo>
                      <a:pt x="1790" y="1"/>
                    </a:moveTo>
                    <a:lnTo>
                      <a:pt x="223" y="4198"/>
                    </a:lnTo>
                    <a:lnTo>
                      <a:pt x="201" y="4250"/>
                    </a:lnTo>
                    <a:lnTo>
                      <a:pt x="1" y="4788"/>
                    </a:lnTo>
                    <a:lnTo>
                      <a:pt x="460" y="5054"/>
                    </a:lnTo>
                    <a:lnTo>
                      <a:pt x="755" y="4263"/>
                    </a:lnTo>
                    <a:lnTo>
                      <a:pt x="777" y="4213"/>
                    </a:lnTo>
                    <a:lnTo>
                      <a:pt x="2243" y="259"/>
                    </a:ln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" name="Google Shape;795;p41"/>
              <p:cNvSpPr/>
              <p:nvPr/>
            </p:nvSpPr>
            <p:spPr>
              <a:xfrm>
                <a:off x="2665237" y="2273688"/>
                <a:ext cx="124065" cy="117894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1108" extrusionOk="0">
                    <a:moveTo>
                      <a:pt x="623" y="0"/>
                    </a:moveTo>
                    <a:cubicBezTo>
                      <a:pt x="524" y="0"/>
                      <a:pt x="454" y="27"/>
                      <a:pt x="418" y="43"/>
                    </a:cubicBezTo>
                    <a:cubicBezTo>
                      <a:pt x="418" y="43"/>
                      <a:pt x="382" y="57"/>
                      <a:pt x="339" y="86"/>
                    </a:cubicBezTo>
                    <a:cubicBezTo>
                      <a:pt x="310" y="100"/>
                      <a:pt x="310" y="100"/>
                      <a:pt x="266" y="137"/>
                    </a:cubicBezTo>
                    <a:cubicBezTo>
                      <a:pt x="260" y="150"/>
                      <a:pt x="246" y="159"/>
                      <a:pt x="237" y="173"/>
                    </a:cubicBezTo>
                    <a:cubicBezTo>
                      <a:pt x="223" y="193"/>
                      <a:pt x="203" y="216"/>
                      <a:pt x="180" y="237"/>
                    </a:cubicBezTo>
                    <a:lnTo>
                      <a:pt x="1" y="518"/>
                    </a:lnTo>
                    <a:cubicBezTo>
                      <a:pt x="30" y="518"/>
                      <a:pt x="58" y="525"/>
                      <a:pt x="87" y="532"/>
                    </a:cubicBezTo>
                    <a:cubicBezTo>
                      <a:pt x="123" y="538"/>
                      <a:pt x="166" y="554"/>
                      <a:pt x="223" y="575"/>
                    </a:cubicBezTo>
                    <a:cubicBezTo>
                      <a:pt x="260" y="590"/>
                      <a:pt x="303" y="611"/>
                      <a:pt x="346" y="640"/>
                    </a:cubicBezTo>
                    <a:cubicBezTo>
                      <a:pt x="367" y="647"/>
                      <a:pt x="382" y="654"/>
                      <a:pt x="396" y="661"/>
                    </a:cubicBezTo>
                    <a:cubicBezTo>
                      <a:pt x="496" y="720"/>
                      <a:pt x="598" y="790"/>
                      <a:pt x="684" y="863"/>
                    </a:cubicBezTo>
                    <a:cubicBezTo>
                      <a:pt x="691" y="870"/>
                      <a:pt x="705" y="883"/>
                      <a:pt x="720" y="892"/>
                    </a:cubicBezTo>
                    <a:cubicBezTo>
                      <a:pt x="734" y="913"/>
                      <a:pt x="748" y="927"/>
                      <a:pt x="763" y="942"/>
                    </a:cubicBezTo>
                    <a:cubicBezTo>
                      <a:pt x="791" y="963"/>
                      <a:pt x="813" y="992"/>
                      <a:pt x="827" y="1013"/>
                    </a:cubicBezTo>
                    <a:cubicBezTo>
                      <a:pt x="834" y="1021"/>
                      <a:pt x="841" y="1028"/>
                      <a:pt x="850" y="1035"/>
                    </a:cubicBezTo>
                    <a:cubicBezTo>
                      <a:pt x="863" y="1065"/>
                      <a:pt x="877" y="1085"/>
                      <a:pt x="893" y="1108"/>
                    </a:cubicBezTo>
                    <a:lnTo>
                      <a:pt x="950" y="1021"/>
                    </a:lnTo>
                    <a:lnTo>
                      <a:pt x="1079" y="833"/>
                    </a:lnTo>
                    <a:lnTo>
                      <a:pt x="1079" y="827"/>
                    </a:lnTo>
                    <a:cubicBezTo>
                      <a:pt x="1086" y="813"/>
                      <a:pt x="1093" y="797"/>
                      <a:pt x="1100" y="783"/>
                    </a:cubicBezTo>
                    <a:cubicBezTo>
                      <a:pt x="1108" y="777"/>
                      <a:pt x="1108" y="770"/>
                      <a:pt x="1115" y="763"/>
                    </a:cubicBezTo>
                    <a:cubicBezTo>
                      <a:pt x="1129" y="726"/>
                      <a:pt x="1143" y="690"/>
                      <a:pt x="1151" y="654"/>
                    </a:cubicBezTo>
                    <a:cubicBezTo>
                      <a:pt x="1151" y="640"/>
                      <a:pt x="1158" y="633"/>
                      <a:pt x="1158" y="618"/>
                    </a:cubicBezTo>
                    <a:cubicBezTo>
                      <a:pt x="1165" y="568"/>
                      <a:pt x="1165" y="504"/>
                      <a:pt x="1158" y="452"/>
                    </a:cubicBezTo>
                    <a:cubicBezTo>
                      <a:pt x="1122" y="237"/>
                      <a:pt x="956" y="57"/>
                      <a:pt x="748" y="14"/>
                    </a:cubicBezTo>
                    <a:cubicBezTo>
                      <a:pt x="702" y="4"/>
                      <a:pt x="660" y="0"/>
                      <a:pt x="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" name="Google Shape;796;p41"/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" name="Google Shape;797;p41"/>
              <p:cNvSpPr/>
              <p:nvPr/>
            </p:nvSpPr>
            <p:spPr>
              <a:xfrm>
                <a:off x="2432745" y="2458510"/>
                <a:ext cx="294522" cy="202378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1902" extrusionOk="0">
                    <a:moveTo>
                      <a:pt x="504" y="232"/>
                    </a:moveTo>
                    <a:cubicBezTo>
                      <a:pt x="601" y="232"/>
                      <a:pt x="742" y="267"/>
                      <a:pt x="921" y="340"/>
                    </a:cubicBezTo>
                    <a:cubicBezTo>
                      <a:pt x="1121" y="427"/>
                      <a:pt x="1344" y="556"/>
                      <a:pt x="1560" y="692"/>
                    </a:cubicBezTo>
                    <a:cubicBezTo>
                      <a:pt x="1870" y="901"/>
                      <a:pt x="2150" y="1139"/>
                      <a:pt x="2301" y="1339"/>
                    </a:cubicBezTo>
                    <a:cubicBezTo>
                      <a:pt x="2468" y="1556"/>
                      <a:pt x="2447" y="1675"/>
                      <a:pt x="2275" y="1675"/>
                    </a:cubicBezTo>
                    <a:cubicBezTo>
                      <a:pt x="2179" y="1675"/>
                      <a:pt x="2037" y="1639"/>
                      <a:pt x="1855" y="1562"/>
                    </a:cubicBezTo>
                    <a:cubicBezTo>
                      <a:pt x="1646" y="1475"/>
                      <a:pt x="1423" y="1355"/>
                      <a:pt x="1215" y="1210"/>
                    </a:cubicBezTo>
                    <a:cubicBezTo>
                      <a:pt x="906" y="1010"/>
                      <a:pt x="619" y="765"/>
                      <a:pt x="468" y="570"/>
                    </a:cubicBezTo>
                    <a:cubicBezTo>
                      <a:pt x="300" y="351"/>
                      <a:pt x="326" y="232"/>
                      <a:pt x="504" y="232"/>
                    </a:cubicBezTo>
                    <a:close/>
                    <a:moveTo>
                      <a:pt x="222" y="1"/>
                    </a:moveTo>
                    <a:cubicBezTo>
                      <a:pt x="135" y="1"/>
                      <a:pt x="77" y="23"/>
                      <a:pt x="50" y="68"/>
                    </a:cubicBezTo>
                    <a:cubicBezTo>
                      <a:pt x="0" y="138"/>
                      <a:pt x="43" y="268"/>
                      <a:pt x="179" y="449"/>
                    </a:cubicBezTo>
                    <a:cubicBezTo>
                      <a:pt x="381" y="708"/>
                      <a:pt x="756" y="1023"/>
                      <a:pt x="1158" y="1296"/>
                    </a:cubicBezTo>
                    <a:cubicBezTo>
                      <a:pt x="1439" y="1475"/>
                      <a:pt x="1732" y="1641"/>
                      <a:pt x="2006" y="1757"/>
                    </a:cubicBezTo>
                    <a:cubicBezTo>
                      <a:pt x="2240" y="1855"/>
                      <a:pt x="2424" y="1902"/>
                      <a:pt x="2550" y="1902"/>
                    </a:cubicBezTo>
                    <a:cubicBezTo>
                      <a:pt x="2636" y="1902"/>
                      <a:pt x="2695" y="1880"/>
                      <a:pt x="2724" y="1836"/>
                    </a:cubicBezTo>
                    <a:cubicBezTo>
                      <a:pt x="2767" y="1770"/>
                      <a:pt x="2733" y="1641"/>
                      <a:pt x="2595" y="1462"/>
                    </a:cubicBezTo>
                    <a:cubicBezTo>
                      <a:pt x="2395" y="1196"/>
                      <a:pt x="2020" y="880"/>
                      <a:pt x="1611" y="613"/>
                    </a:cubicBezTo>
                    <a:cubicBezTo>
                      <a:pt x="1337" y="427"/>
                      <a:pt x="1042" y="261"/>
                      <a:pt x="769" y="147"/>
                    </a:cubicBezTo>
                    <a:cubicBezTo>
                      <a:pt x="535" y="49"/>
                      <a:pt x="349" y="1"/>
                      <a:pt x="2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" name="Google Shape;798;p41"/>
              <p:cNvSpPr/>
              <p:nvPr/>
            </p:nvSpPr>
            <p:spPr>
              <a:xfrm>
                <a:off x="2464560" y="2483089"/>
                <a:ext cx="230787" cy="153752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445" extrusionOk="0">
                    <a:moveTo>
                      <a:pt x="205" y="1"/>
                    </a:moveTo>
                    <a:cubicBezTo>
                      <a:pt x="27" y="1"/>
                      <a:pt x="1" y="120"/>
                      <a:pt x="169" y="339"/>
                    </a:cubicBezTo>
                    <a:cubicBezTo>
                      <a:pt x="320" y="534"/>
                      <a:pt x="607" y="779"/>
                      <a:pt x="916" y="979"/>
                    </a:cubicBezTo>
                    <a:cubicBezTo>
                      <a:pt x="1124" y="1124"/>
                      <a:pt x="1347" y="1244"/>
                      <a:pt x="1556" y="1331"/>
                    </a:cubicBezTo>
                    <a:cubicBezTo>
                      <a:pt x="1738" y="1408"/>
                      <a:pt x="1880" y="1444"/>
                      <a:pt x="1976" y="1444"/>
                    </a:cubicBezTo>
                    <a:cubicBezTo>
                      <a:pt x="2148" y="1444"/>
                      <a:pt x="2169" y="1325"/>
                      <a:pt x="2002" y="1108"/>
                    </a:cubicBezTo>
                    <a:cubicBezTo>
                      <a:pt x="1851" y="908"/>
                      <a:pt x="1571" y="670"/>
                      <a:pt x="1261" y="461"/>
                    </a:cubicBezTo>
                    <a:cubicBezTo>
                      <a:pt x="1045" y="325"/>
                      <a:pt x="822" y="196"/>
                      <a:pt x="622" y="109"/>
                    </a:cubicBezTo>
                    <a:cubicBezTo>
                      <a:pt x="443" y="36"/>
                      <a:pt x="302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" name="Google Shape;799;p41"/>
              <p:cNvSpPr/>
              <p:nvPr/>
            </p:nvSpPr>
            <p:spPr>
              <a:xfrm>
                <a:off x="2438065" y="2327528"/>
                <a:ext cx="345170" cy="326336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3067" extrusionOk="0">
                    <a:moveTo>
                      <a:pt x="3" y="1293"/>
                    </a:moveTo>
                    <a:cubicBezTo>
                      <a:pt x="2" y="1295"/>
                      <a:pt x="1" y="1297"/>
                      <a:pt x="0" y="1299"/>
                    </a:cubicBezTo>
                    <a:cubicBezTo>
                      <a:pt x="1" y="1297"/>
                      <a:pt x="2" y="1295"/>
                      <a:pt x="3" y="1293"/>
                    </a:cubicBezTo>
                    <a:close/>
                    <a:moveTo>
                      <a:pt x="1962" y="1"/>
                    </a:moveTo>
                    <a:cubicBezTo>
                      <a:pt x="1859" y="1"/>
                      <a:pt x="1767" y="12"/>
                      <a:pt x="1698" y="26"/>
                    </a:cubicBezTo>
                    <a:cubicBezTo>
                      <a:pt x="1423" y="69"/>
                      <a:pt x="1208" y="177"/>
                      <a:pt x="1130" y="214"/>
                    </a:cubicBezTo>
                    <a:cubicBezTo>
                      <a:pt x="914" y="314"/>
                      <a:pt x="706" y="472"/>
                      <a:pt x="626" y="536"/>
                    </a:cubicBezTo>
                    <a:cubicBezTo>
                      <a:pt x="554" y="593"/>
                      <a:pt x="474" y="666"/>
                      <a:pt x="388" y="759"/>
                    </a:cubicBezTo>
                    <a:cubicBezTo>
                      <a:pt x="368" y="781"/>
                      <a:pt x="338" y="817"/>
                      <a:pt x="318" y="838"/>
                    </a:cubicBezTo>
                    <a:cubicBezTo>
                      <a:pt x="281" y="881"/>
                      <a:pt x="238" y="947"/>
                      <a:pt x="202" y="990"/>
                    </a:cubicBezTo>
                    <a:cubicBezTo>
                      <a:pt x="139" y="1088"/>
                      <a:pt x="68" y="1193"/>
                      <a:pt x="3" y="1293"/>
                    </a:cubicBezTo>
                    <a:lnTo>
                      <a:pt x="3" y="1293"/>
                    </a:lnTo>
                    <a:cubicBezTo>
                      <a:pt x="31" y="1253"/>
                      <a:pt x="89" y="1232"/>
                      <a:pt x="172" y="1232"/>
                    </a:cubicBezTo>
                    <a:cubicBezTo>
                      <a:pt x="299" y="1232"/>
                      <a:pt x="485" y="1280"/>
                      <a:pt x="719" y="1378"/>
                    </a:cubicBezTo>
                    <a:cubicBezTo>
                      <a:pt x="992" y="1492"/>
                      <a:pt x="1287" y="1658"/>
                      <a:pt x="1561" y="1844"/>
                    </a:cubicBezTo>
                    <a:cubicBezTo>
                      <a:pt x="1970" y="2111"/>
                      <a:pt x="2345" y="2427"/>
                      <a:pt x="2545" y="2693"/>
                    </a:cubicBezTo>
                    <a:cubicBezTo>
                      <a:pt x="2682" y="2871"/>
                      <a:pt x="2717" y="2999"/>
                      <a:pt x="2675" y="3065"/>
                    </a:cubicBezTo>
                    <a:lnTo>
                      <a:pt x="2675" y="3065"/>
                    </a:lnTo>
                    <a:cubicBezTo>
                      <a:pt x="2740" y="2964"/>
                      <a:pt x="2812" y="2865"/>
                      <a:pt x="2876" y="2765"/>
                    </a:cubicBezTo>
                    <a:cubicBezTo>
                      <a:pt x="3028" y="2542"/>
                      <a:pt x="3098" y="2304"/>
                      <a:pt x="3128" y="2189"/>
                    </a:cubicBezTo>
                    <a:cubicBezTo>
                      <a:pt x="3135" y="2182"/>
                      <a:pt x="3214" y="1902"/>
                      <a:pt x="3235" y="1601"/>
                    </a:cubicBezTo>
                    <a:cubicBezTo>
                      <a:pt x="3243" y="1406"/>
                      <a:pt x="3235" y="1226"/>
                      <a:pt x="3178" y="997"/>
                    </a:cubicBezTo>
                    <a:cubicBezTo>
                      <a:pt x="3178" y="997"/>
                      <a:pt x="3157" y="888"/>
                      <a:pt x="3114" y="788"/>
                    </a:cubicBezTo>
                    <a:lnTo>
                      <a:pt x="2898" y="436"/>
                    </a:lnTo>
                    <a:cubicBezTo>
                      <a:pt x="2883" y="421"/>
                      <a:pt x="2869" y="407"/>
                      <a:pt x="2855" y="386"/>
                    </a:cubicBezTo>
                    <a:cubicBezTo>
                      <a:pt x="2840" y="377"/>
                      <a:pt x="2826" y="364"/>
                      <a:pt x="2819" y="357"/>
                    </a:cubicBezTo>
                    <a:cubicBezTo>
                      <a:pt x="2733" y="284"/>
                      <a:pt x="2631" y="214"/>
                      <a:pt x="2531" y="155"/>
                    </a:cubicBezTo>
                    <a:cubicBezTo>
                      <a:pt x="2517" y="148"/>
                      <a:pt x="2502" y="141"/>
                      <a:pt x="2481" y="134"/>
                    </a:cubicBezTo>
                    <a:cubicBezTo>
                      <a:pt x="2438" y="105"/>
                      <a:pt x="2395" y="84"/>
                      <a:pt x="2358" y="69"/>
                    </a:cubicBezTo>
                    <a:cubicBezTo>
                      <a:pt x="2301" y="48"/>
                      <a:pt x="2258" y="32"/>
                      <a:pt x="2222" y="26"/>
                    </a:cubicBezTo>
                    <a:cubicBezTo>
                      <a:pt x="2193" y="19"/>
                      <a:pt x="2165" y="12"/>
                      <a:pt x="2136" y="12"/>
                    </a:cubicBezTo>
                    <a:cubicBezTo>
                      <a:pt x="2076" y="4"/>
                      <a:pt x="2018" y="1"/>
                      <a:pt x="1962" y="1"/>
                    </a:cubicBezTo>
                    <a:close/>
                    <a:moveTo>
                      <a:pt x="2675" y="3065"/>
                    </a:moveTo>
                    <a:cubicBezTo>
                      <a:pt x="2675" y="3066"/>
                      <a:pt x="2674" y="3066"/>
                      <a:pt x="2674" y="3067"/>
                    </a:cubicBezTo>
                    <a:cubicBezTo>
                      <a:pt x="2674" y="3066"/>
                      <a:pt x="2675" y="3066"/>
                      <a:pt x="2675" y="306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" name="Google Shape;800;p41"/>
              <p:cNvSpPr/>
              <p:nvPr/>
            </p:nvSpPr>
            <p:spPr>
              <a:xfrm>
                <a:off x="2910709" y="3395604"/>
                <a:ext cx="332082" cy="307929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894" extrusionOk="0">
                    <a:moveTo>
                      <a:pt x="3121" y="0"/>
                    </a:moveTo>
                    <a:cubicBezTo>
                      <a:pt x="3071" y="195"/>
                      <a:pt x="2912" y="381"/>
                      <a:pt x="2653" y="526"/>
                    </a:cubicBezTo>
                    <a:cubicBezTo>
                      <a:pt x="2381" y="676"/>
                      <a:pt x="2036" y="763"/>
                      <a:pt x="1682" y="776"/>
                    </a:cubicBezTo>
                    <a:cubicBezTo>
                      <a:pt x="1638" y="779"/>
                      <a:pt x="1594" y="780"/>
                      <a:pt x="1550" y="780"/>
                    </a:cubicBezTo>
                    <a:cubicBezTo>
                      <a:pt x="1141" y="780"/>
                      <a:pt x="730" y="686"/>
                      <a:pt x="425" y="504"/>
                    </a:cubicBezTo>
                    <a:cubicBezTo>
                      <a:pt x="188" y="361"/>
                      <a:pt x="43" y="181"/>
                      <a:pt x="0" y="0"/>
                    </a:cubicBezTo>
                    <a:lnTo>
                      <a:pt x="0" y="0"/>
                    </a:ln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031" y="2832"/>
                      <a:pt x="1299" y="2893"/>
                      <a:pt x="1566" y="2893"/>
                    </a:cubicBezTo>
                    <a:cubicBezTo>
                      <a:pt x="1822" y="2893"/>
                      <a:pt x="2076" y="2838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8"/>
                      <a:pt x="2574" y="2401"/>
                      <a:pt x="2574" y="2395"/>
                    </a:cubicBezTo>
                    <a:cubicBezTo>
                      <a:pt x="2574" y="2388"/>
                      <a:pt x="2581" y="2388"/>
                      <a:pt x="2581" y="2381"/>
                    </a:cubicBezTo>
                    <a:cubicBezTo>
                      <a:pt x="2567" y="2381"/>
                      <a:pt x="2553" y="2372"/>
                      <a:pt x="2545" y="2372"/>
                    </a:cubicBezTo>
                    <a:cubicBezTo>
                      <a:pt x="2531" y="2365"/>
                      <a:pt x="2517" y="2365"/>
                      <a:pt x="2502" y="2358"/>
                    </a:cubicBezTo>
                    <a:cubicBezTo>
                      <a:pt x="2467" y="2345"/>
                      <a:pt x="2431" y="2322"/>
                      <a:pt x="2402" y="2308"/>
                    </a:cubicBezTo>
                    <a:lnTo>
                      <a:pt x="2402" y="2172"/>
                    </a:lnTo>
                    <a:lnTo>
                      <a:pt x="2409" y="2027"/>
                    </a:lnTo>
                    <a:lnTo>
                      <a:pt x="2690" y="1863"/>
                    </a:lnTo>
                    <a:cubicBezTo>
                      <a:pt x="2690" y="1870"/>
                      <a:pt x="2690" y="1870"/>
                      <a:pt x="2697" y="1870"/>
                    </a:cubicBezTo>
                    <a:cubicBezTo>
                      <a:pt x="2754" y="1604"/>
                      <a:pt x="2819" y="1337"/>
                      <a:pt x="2876" y="1071"/>
                    </a:cubicBezTo>
                    <a:cubicBezTo>
                      <a:pt x="2847" y="1044"/>
                      <a:pt x="2819" y="1021"/>
                      <a:pt x="2797" y="1008"/>
                    </a:cubicBezTo>
                    <a:lnTo>
                      <a:pt x="2610" y="906"/>
                    </a:lnTo>
                    <a:lnTo>
                      <a:pt x="2610" y="763"/>
                    </a:lnTo>
                    <a:lnTo>
                      <a:pt x="2617" y="619"/>
                    </a:lnTo>
                    <a:lnTo>
                      <a:pt x="2898" y="454"/>
                    </a:lnTo>
                    <a:lnTo>
                      <a:pt x="2999" y="518"/>
                    </a:lnTo>
                    <a:lnTo>
                      <a:pt x="3005" y="518"/>
                    </a:lnTo>
                    <a:cubicBezTo>
                      <a:pt x="3042" y="345"/>
                      <a:pt x="3078" y="173"/>
                      <a:pt x="3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" name="Google Shape;801;p41"/>
              <p:cNvSpPr/>
              <p:nvPr/>
            </p:nvSpPr>
            <p:spPr>
              <a:xfrm>
                <a:off x="2910709" y="3395604"/>
                <a:ext cx="273986" cy="314526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2956" fill="none" extrusionOk="0">
                    <a:moveTo>
                      <a:pt x="0" y="0"/>
                    </a:move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223" y="2948"/>
                      <a:pt x="1870" y="2955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1"/>
                      <a:pt x="2574" y="2401"/>
                      <a:pt x="2574" y="239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" name="Google Shape;802;p41"/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extrusionOk="0">
                    <a:moveTo>
                      <a:pt x="180" y="0"/>
                    </a:moveTo>
                    <a:lnTo>
                      <a:pt x="90" y="400"/>
                    </a:lnTo>
                    <a:lnTo>
                      <a:pt x="90" y="400"/>
                    </a:lnTo>
                    <a:cubicBezTo>
                      <a:pt x="121" y="266"/>
                      <a:pt x="152" y="133"/>
                      <a:pt x="180" y="0"/>
                    </a:cubicBezTo>
                    <a:close/>
                    <a:moveTo>
                      <a:pt x="90" y="400"/>
                    </a:moveTo>
                    <a:cubicBezTo>
                      <a:pt x="60" y="533"/>
                      <a:pt x="29" y="666"/>
                      <a:pt x="1" y="799"/>
                    </a:cubicBezTo>
                    <a:lnTo>
                      <a:pt x="90" y="40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" name="Google Shape;803;p41"/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fill="none" extrusionOk="0">
                    <a:moveTo>
                      <a:pt x="180" y="0"/>
                    </a:moveTo>
                    <a:cubicBezTo>
                      <a:pt x="123" y="266"/>
                      <a:pt x="58" y="533"/>
                      <a:pt x="1" y="7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" name="Google Shape;804;p41"/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extrusionOk="0">
                    <a:moveTo>
                      <a:pt x="123" y="0"/>
                    </a:moveTo>
                    <a:cubicBezTo>
                      <a:pt x="107" y="66"/>
                      <a:pt x="91" y="132"/>
                      <a:pt x="76" y="198"/>
                    </a:cubicBezTo>
                    <a:lnTo>
                      <a:pt x="76" y="198"/>
                    </a:lnTo>
                    <a:lnTo>
                      <a:pt x="123" y="0"/>
                    </a:lnTo>
                    <a:close/>
                    <a:moveTo>
                      <a:pt x="76" y="198"/>
                    </a:moveTo>
                    <a:lnTo>
                      <a:pt x="1" y="518"/>
                    </a:lnTo>
                    <a:lnTo>
                      <a:pt x="7" y="518"/>
                    </a:lnTo>
                    <a:cubicBezTo>
                      <a:pt x="30" y="411"/>
                      <a:pt x="52" y="304"/>
                      <a:pt x="76" y="19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" name="Google Shape;805;p41"/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fill="none" extrusionOk="0">
                    <a:moveTo>
                      <a:pt x="123" y="0"/>
                    </a:moveTo>
                    <a:cubicBezTo>
                      <a:pt x="80" y="173"/>
                      <a:pt x="44" y="345"/>
                      <a:pt x="7" y="518"/>
                    </a:cubicBezTo>
                    <a:lnTo>
                      <a:pt x="1" y="51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" name="Google Shape;806;p41"/>
              <p:cNvSpPr/>
              <p:nvPr/>
            </p:nvSpPr>
            <p:spPr>
              <a:xfrm>
                <a:off x="2903899" y="3284412"/>
                <a:ext cx="345702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1825" extrusionOk="0">
                    <a:moveTo>
                      <a:pt x="1632" y="151"/>
                    </a:moveTo>
                    <a:cubicBezTo>
                      <a:pt x="1977" y="151"/>
                      <a:pt x="2318" y="231"/>
                      <a:pt x="2574" y="384"/>
                    </a:cubicBezTo>
                    <a:cubicBezTo>
                      <a:pt x="2990" y="636"/>
                      <a:pt x="3049" y="1011"/>
                      <a:pt x="2761" y="1297"/>
                    </a:cubicBezTo>
                    <a:cubicBezTo>
                      <a:pt x="2747" y="1304"/>
                      <a:pt x="2731" y="1319"/>
                      <a:pt x="2717" y="1326"/>
                    </a:cubicBezTo>
                    <a:cubicBezTo>
                      <a:pt x="2695" y="1356"/>
                      <a:pt x="2667" y="1376"/>
                      <a:pt x="2631" y="1399"/>
                    </a:cubicBezTo>
                    <a:cubicBezTo>
                      <a:pt x="2624" y="1406"/>
                      <a:pt x="2609" y="1413"/>
                      <a:pt x="2602" y="1419"/>
                    </a:cubicBezTo>
                    <a:cubicBezTo>
                      <a:pt x="2595" y="1419"/>
                      <a:pt x="2588" y="1426"/>
                      <a:pt x="2581" y="1426"/>
                    </a:cubicBezTo>
                    <a:cubicBezTo>
                      <a:pt x="2566" y="1442"/>
                      <a:pt x="2552" y="1449"/>
                      <a:pt x="2531" y="1456"/>
                    </a:cubicBezTo>
                    <a:cubicBezTo>
                      <a:pt x="2307" y="1585"/>
                      <a:pt x="2027" y="1658"/>
                      <a:pt x="1739" y="1671"/>
                    </a:cubicBezTo>
                    <a:cubicBezTo>
                      <a:pt x="1699" y="1673"/>
                      <a:pt x="1659" y="1675"/>
                      <a:pt x="1618" y="1675"/>
                    </a:cubicBezTo>
                    <a:cubicBezTo>
                      <a:pt x="1276" y="1675"/>
                      <a:pt x="933" y="1596"/>
                      <a:pt x="677" y="1442"/>
                    </a:cubicBezTo>
                    <a:cubicBezTo>
                      <a:pt x="611" y="1399"/>
                      <a:pt x="554" y="1356"/>
                      <a:pt x="504" y="1304"/>
                    </a:cubicBezTo>
                    <a:cubicBezTo>
                      <a:pt x="496" y="1304"/>
                      <a:pt x="489" y="1297"/>
                      <a:pt x="482" y="1290"/>
                    </a:cubicBezTo>
                    <a:cubicBezTo>
                      <a:pt x="475" y="1276"/>
                      <a:pt x="461" y="1269"/>
                      <a:pt x="452" y="1254"/>
                    </a:cubicBezTo>
                    <a:cubicBezTo>
                      <a:pt x="439" y="1247"/>
                      <a:pt x="432" y="1233"/>
                      <a:pt x="425" y="1226"/>
                    </a:cubicBezTo>
                    <a:cubicBezTo>
                      <a:pt x="418" y="1211"/>
                      <a:pt x="409" y="1204"/>
                      <a:pt x="402" y="1190"/>
                    </a:cubicBezTo>
                    <a:cubicBezTo>
                      <a:pt x="216" y="909"/>
                      <a:pt x="323" y="586"/>
                      <a:pt x="720" y="364"/>
                    </a:cubicBezTo>
                    <a:cubicBezTo>
                      <a:pt x="942" y="241"/>
                      <a:pt x="1222" y="169"/>
                      <a:pt x="1503" y="155"/>
                    </a:cubicBezTo>
                    <a:cubicBezTo>
                      <a:pt x="1546" y="152"/>
                      <a:pt x="1589" y="151"/>
                      <a:pt x="1632" y="151"/>
                    </a:cubicBezTo>
                    <a:close/>
                    <a:moveTo>
                      <a:pt x="1627" y="0"/>
                    </a:moveTo>
                    <a:cubicBezTo>
                      <a:pt x="1585" y="0"/>
                      <a:pt x="1544" y="1"/>
                      <a:pt x="1503" y="3"/>
                    </a:cubicBezTo>
                    <a:cubicBezTo>
                      <a:pt x="1151" y="19"/>
                      <a:pt x="806" y="105"/>
                      <a:pt x="532" y="255"/>
                    </a:cubicBezTo>
                    <a:cubicBezTo>
                      <a:pt x="159" y="464"/>
                      <a:pt x="0" y="759"/>
                      <a:pt x="64" y="1038"/>
                    </a:cubicBezTo>
                    <a:lnTo>
                      <a:pt x="64" y="1045"/>
                    </a:lnTo>
                    <a:cubicBezTo>
                      <a:pt x="107" y="1226"/>
                      <a:pt x="252" y="1406"/>
                      <a:pt x="489" y="1549"/>
                    </a:cubicBezTo>
                    <a:cubicBezTo>
                      <a:pt x="794" y="1731"/>
                      <a:pt x="1205" y="1825"/>
                      <a:pt x="1614" y="1825"/>
                    </a:cubicBezTo>
                    <a:cubicBezTo>
                      <a:pt x="1658" y="1825"/>
                      <a:pt x="1702" y="1824"/>
                      <a:pt x="1746" y="1821"/>
                    </a:cubicBezTo>
                    <a:cubicBezTo>
                      <a:pt x="2100" y="1808"/>
                      <a:pt x="2445" y="1721"/>
                      <a:pt x="2717" y="1571"/>
                    </a:cubicBezTo>
                    <a:cubicBezTo>
                      <a:pt x="2976" y="1426"/>
                      <a:pt x="3135" y="1240"/>
                      <a:pt x="3185" y="1045"/>
                    </a:cubicBezTo>
                    <a:lnTo>
                      <a:pt x="3185" y="1031"/>
                    </a:lnTo>
                    <a:cubicBezTo>
                      <a:pt x="3249" y="766"/>
                      <a:pt x="3106" y="484"/>
                      <a:pt x="2761" y="277"/>
                    </a:cubicBezTo>
                    <a:cubicBezTo>
                      <a:pt x="2453" y="94"/>
                      <a:pt x="2039" y="0"/>
                      <a:pt x="1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" name="Google Shape;807;p41"/>
              <p:cNvSpPr/>
              <p:nvPr/>
            </p:nvSpPr>
            <p:spPr>
              <a:xfrm>
                <a:off x="2946673" y="3358682"/>
                <a:ext cx="260154" cy="103955"/>
              </a:xfrm>
              <a:custGeom>
                <a:avLst/>
                <a:gdLst/>
                <a:ahLst/>
                <a:cxnLst/>
                <a:rect l="l" t="t" r="r" b="b"/>
                <a:pathLst>
                  <a:path w="2445" h="977" extrusionOk="0">
                    <a:moveTo>
                      <a:pt x="1194" y="0"/>
                    </a:moveTo>
                    <a:cubicBezTo>
                      <a:pt x="1163" y="0"/>
                      <a:pt x="1132" y="1"/>
                      <a:pt x="1101" y="2"/>
                    </a:cubicBezTo>
                    <a:cubicBezTo>
                      <a:pt x="820" y="24"/>
                      <a:pt x="540" y="88"/>
                      <a:pt x="318" y="218"/>
                    </a:cubicBezTo>
                    <a:cubicBezTo>
                      <a:pt x="173" y="297"/>
                      <a:pt x="66" y="390"/>
                      <a:pt x="0" y="492"/>
                    </a:cubicBezTo>
                    <a:cubicBezTo>
                      <a:pt x="7" y="506"/>
                      <a:pt x="16" y="513"/>
                      <a:pt x="23" y="528"/>
                    </a:cubicBezTo>
                    <a:cubicBezTo>
                      <a:pt x="30" y="535"/>
                      <a:pt x="44" y="549"/>
                      <a:pt x="50" y="556"/>
                    </a:cubicBezTo>
                    <a:cubicBezTo>
                      <a:pt x="59" y="571"/>
                      <a:pt x="73" y="578"/>
                      <a:pt x="80" y="592"/>
                    </a:cubicBezTo>
                    <a:cubicBezTo>
                      <a:pt x="87" y="599"/>
                      <a:pt x="94" y="606"/>
                      <a:pt x="102" y="606"/>
                    </a:cubicBezTo>
                    <a:cubicBezTo>
                      <a:pt x="152" y="658"/>
                      <a:pt x="209" y="701"/>
                      <a:pt x="275" y="744"/>
                    </a:cubicBezTo>
                    <a:cubicBezTo>
                      <a:pt x="531" y="898"/>
                      <a:pt x="874" y="977"/>
                      <a:pt x="1216" y="977"/>
                    </a:cubicBezTo>
                    <a:cubicBezTo>
                      <a:pt x="1257" y="977"/>
                      <a:pt x="1297" y="975"/>
                      <a:pt x="1337" y="973"/>
                    </a:cubicBezTo>
                    <a:cubicBezTo>
                      <a:pt x="1625" y="960"/>
                      <a:pt x="1905" y="887"/>
                      <a:pt x="2129" y="758"/>
                    </a:cubicBezTo>
                    <a:cubicBezTo>
                      <a:pt x="2150" y="751"/>
                      <a:pt x="2164" y="744"/>
                      <a:pt x="2179" y="728"/>
                    </a:cubicBezTo>
                    <a:cubicBezTo>
                      <a:pt x="2186" y="728"/>
                      <a:pt x="2193" y="721"/>
                      <a:pt x="2200" y="721"/>
                    </a:cubicBezTo>
                    <a:cubicBezTo>
                      <a:pt x="2207" y="715"/>
                      <a:pt x="2222" y="708"/>
                      <a:pt x="2229" y="701"/>
                    </a:cubicBezTo>
                    <a:cubicBezTo>
                      <a:pt x="2265" y="678"/>
                      <a:pt x="2293" y="658"/>
                      <a:pt x="2315" y="628"/>
                    </a:cubicBezTo>
                    <a:cubicBezTo>
                      <a:pt x="2329" y="621"/>
                      <a:pt x="2345" y="606"/>
                      <a:pt x="2359" y="599"/>
                    </a:cubicBezTo>
                    <a:cubicBezTo>
                      <a:pt x="2388" y="563"/>
                      <a:pt x="2422" y="520"/>
                      <a:pt x="2445" y="485"/>
                    </a:cubicBezTo>
                    <a:cubicBezTo>
                      <a:pt x="2388" y="390"/>
                      <a:pt x="2293" y="313"/>
                      <a:pt x="2172" y="233"/>
                    </a:cubicBezTo>
                    <a:cubicBezTo>
                      <a:pt x="1907" y="74"/>
                      <a:pt x="1551" y="0"/>
                      <a:pt x="11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" name="Google Shape;808;p41"/>
              <p:cNvSpPr/>
              <p:nvPr/>
            </p:nvSpPr>
            <p:spPr>
              <a:xfrm>
                <a:off x="2926882" y="3300479"/>
                <a:ext cx="301438" cy="121937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1146" extrusionOk="0">
                    <a:moveTo>
                      <a:pt x="1416" y="0"/>
                    </a:moveTo>
                    <a:cubicBezTo>
                      <a:pt x="1373" y="0"/>
                      <a:pt x="1330" y="1"/>
                      <a:pt x="1287" y="4"/>
                    </a:cubicBezTo>
                    <a:cubicBezTo>
                      <a:pt x="1006" y="18"/>
                      <a:pt x="726" y="90"/>
                      <a:pt x="504" y="213"/>
                    </a:cubicBezTo>
                    <a:cubicBezTo>
                      <a:pt x="107" y="435"/>
                      <a:pt x="0" y="758"/>
                      <a:pt x="186" y="1039"/>
                    </a:cubicBezTo>
                    <a:cubicBezTo>
                      <a:pt x="252" y="937"/>
                      <a:pt x="359" y="844"/>
                      <a:pt x="504" y="765"/>
                    </a:cubicBezTo>
                    <a:cubicBezTo>
                      <a:pt x="726" y="635"/>
                      <a:pt x="1006" y="571"/>
                      <a:pt x="1287" y="549"/>
                    </a:cubicBezTo>
                    <a:cubicBezTo>
                      <a:pt x="1318" y="548"/>
                      <a:pt x="1349" y="547"/>
                      <a:pt x="1380" y="547"/>
                    </a:cubicBezTo>
                    <a:cubicBezTo>
                      <a:pt x="1737" y="547"/>
                      <a:pt x="2093" y="621"/>
                      <a:pt x="2358" y="780"/>
                    </a:cubicBezTo>
                    <a:cubicBezTo>
                      <a:pt x="2479" y="860"/>
                      <a:pt x="2574" y="937"/>
                      <a:pt x="2631" y="1032"/>
                    </a:cubicBezTo>
                    <a:cubicBezTo>
                      <a:pt x="2608" y="1067"/>
                      <a:pt x="2574" y="1110"/>
                      <a:pt x="2545" y="1146"/>
                    </a:cubicBezTo>
                    <a:cubicBezTo>
                      <a:pt x="2833" y="860"/>
                      <a:pt x="2774" y="485"/>
                      <a:pt x="2358" y="233"/>
                    </a:cubicBezTo>
                    <a:cubicBezTo>
                      <a:pt x="2102" y="80"/>
                      <a:pt x="1761" y="0"/>
                      <a:pt x="1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" name="Google Shape;809;p41"/>
              <p:cNvSpPr/>
              <p:nvPr/>
            </p:nvSpPr>
            <p:spPr>
              <a:xfrm>
                <a:off x="3176824" y="3646503"/>
                <a:ext cx="8619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81" h="37" extrusionOk="0">
                    <a:moveTo>
                      <a:pt x="1" y="0"/>
                    </a:moveTo>
                    <a:cubicBezTo>
                      <a:pt x="23" y="14"/>
                      <a:pt x="52" y="23"/>
                      <a:pt x="73" y="37"/>
                    </a:cubicBezTo>
                    <a:cubicBezTo>
                      <a:pt x="73" y="30"/>
                      <a:pt x="80" y="30"/>
                      <a:pt x="80" y="23"/>
                    </a:cubicBezTo>
                    <a:cubicBezTo>
                      <a:pt x="66" y="23"/>
                      <a:pt x="52" y="14"/>
                      <a:pt x="44" y="14"/>
                    </a:cubicBezTo>
                    <a:cubicBezTo>
                      <a:pt x="30" y="7"/>
                      <a:pt x="16" y="7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" name="Google Shape;810;p41"/>
              <p:cNvSpPr/>
              <p:nvPr/>
            </p:nvSpPr>
            <p:spPr>
              <a:xfrm>
                <a:off x="3219066" y="3443805"/>
                <a:ext cx="32985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81" extrusionOk="0">
                    <a:moveTo>
                      <a:pt x="0" y="1"/>
                    </a:moveTo>
                    <a:lnTo>
                      <a:pt x="101" y="65"/>
                    </a:lnTo>
                    <a:lnTo>
                      <a:pt x="244" y="144"/>
                    </a:lnTo>
                    <a:lnTo>
                      <a:pt x="309" y="180"/>
                    </a:lnTo>
                    <a:lnTo>
                      <a:pt x="121" y="73"/>
                    </a:lnTo>
                    <a:lnTo>
                      <a:pt x="107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" name="Google Shape;811;p41"/>
              <p:cNvSpPr/>
              <p:nvPr/>
            </p:nvSpPr>
            <p:spPr>
              <a:xfrm>
                <a:off x="3166928" y="3593833"/>
                <a:ext cx="35326" cy="2553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40" extrusionOk="0">
                    <a:moveTo>
                      <a:pt x="282" y="0"/>
                    </a:moveTo>
                    <a:lnTo>
                      <a:pt x="1" y="164"/>
                    </a:lnTo>
                    <a:cubicBezTo>
                      <a:pt x="97" y="219"/>
                      <a:pt x="159" y="239"/>
                      <a:pt x="196" y="239"/>
                    </a:cubicBezTo>
                    <a:cubicBezTo>
                      <a:pt x="217" y="239"/>
                      <a:pt x="230" y="233"/>
                      <a:pt x="239" y="223"/>
                    </a:cubicBezTo>
                    <a:cubicBezTo>
                      <a:pt x="259" y="187"/>
                      <a:pt x="289" y="114"/>
                      <a:pt x="332" y="28"/>
                    </a:cubicBezTo>
                    <a:cubicBezTo>
                      <a:pt x="309" y="21"/>
                      <a:pt x="309" y="21"/>
                      <a:pt x="302" y="14"/>
                    </a:cubicBezTo>
                    <a:lnTo>
                      <a:pt x="296" y="14"/>
                    </a:lnTo>
                    <a:cubicBezTo>
                      <a:pt x="296" y="7"/>
                      <a:pt x="289" y="7"/>
                      <a:pt x="289" y="7"/>
                    </a:cubicBezTo>
                    <a:cubicBezTo>
                      <a:pt x="282" y="7"/>
                      <a:pt x="282" y="7"/>
                      <a:pt x="2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" name="Google Shape;812;p41"/>
              <p:cNvSpPr/>
              <p:nvPr/>
            </p:nvSpPr>
            <p:spPr>
              <a:xfrm>
                <a:off x="3166183" y="3521160"/>
                <a:ext cx="65863" cy="11236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056" extrusionOk="0">
                    <a:moveTo>
                      <a:pt x="554" y="0"/>
                    </a:moveTo>
                    <a:cubicBezTo>
                      <a:pt x="554" y="7"/>
                      <a:pt x="561" y="43"/>
                      <a:pt x="561" y="86"/>
                    </a:cubicBezTo>
                    <a:cubicBezTo>
                      <a:pt x="541" y="216"/>
                      <a:pt x="425" y="511"/>
                      <a:pt x="339" y="711"/>
                    </a:cubicBezTo>
                    <a:cubicBezTo>
                      <a:pt x="296" y="797"/>
                      <a:pt x="266" y="870"/>
                      <a:pt x="246" y="906"/>
                    </a:cubicBezTo>
                    <a:cubicBezTo>
                      <a:pt x="237" y="916"/>
                      <a:pt x="224" y="922"/>
                      <a:pt x="203" y="922"/>
                    </a:cubicBezTo>
                    <a:cubicBezTo>
                      <a:pt x="166" y="922"/>
                      <a:pt x="104" y="902"/>
                      <a:pt x="8" y="847"/>
                    </a:cubicBezTo>
                    <a:lnTo>
                      <a:pt x="1" y="992"/>
                    </a:lnTo>
                    <a:cubicBezTo>
                      <a:pt x="73" y="1028"/>
                      <a:pt x="152" y="1056"/>
                      <a:pt x="209" y="1056"/>
                    </a:cubicBezTo>
                    <a:cubicBezTo>
                      <a:pt x="246" y="1056"/>
                      <a:pt x="273" y="1042"/>
                      <a:pt x="289" y="1020"/>
                    </a:cubicBezTo>
                    <a:cubicBezTo>
                      <a:pt x="346" y="906"/>
                      <a:pt x="575" y="388"/>
                      <a:pt x="604" y="186"/>
                    </a:cubicBezTo>
                    <a:cubicBezTo>
                      <a:pt x="618" y="114"/>
                      <a:pt x="618" y="107"/>
                      <a:pt x="561" y="14"/>
                    </a:cubicBezTo>
                    <a:cubicBezTo>
                      <a:pt x="561" y="7"/>
                      <a:pt x="561" y="7"/>
                      <a:pt x="5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" name="Google Shape;813;p41"/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" name="Google Shape;814;p41"/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" name="Google Shape;815;p41"/>
              <p:cNvSpPr/>
              <p:nvPr/>
            </p:nvSpPr>
            <p:spPr>
              <a:xfrm>
                <a:off x="3166183" y="3476683"/>
                <a:ext cx="77355" cy="17375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1633" extrusionOk="0">
                    <a:moveTo>
                      <a:pt x="209" y="1"/>
                    </a:moveTo>
                    <a:lnTo>
                      <a:pt x="209" y="144"/>
                    </a:lnTo>
                    <a:lnTo>
                      <a:pt x="396" y="246"/>
                    </a:lnTo>
                    <a:cubicBezTo>
                      <a:pt x="418" y="259"/>
                      <a:pt x="446" y="282"/>
                      <a:pt x="475" y="309"/>
                    </a:cubicBezTo>
                    <a:cubicBezTo>
                      <a:pt x="504" y="339"/>
                      <a:pt x="532" y="375"/>
                      <a:pt x="554" y="418"/>
                    </a:cubicBezTo>
                    <a:cubicBezTo>
                      <a:pt x="561" y="425"/>
                      <a:pt x="561" y="425"/>
                      <a:pt x="561" y="432"/>
                    </a:cubicBezTo>
                    <a:cubicBezTo>
                      <a:pt x="618" y="525"/>
                      <a:pt x="618" y="532"/>
                      <a:pt x="604" y="604"/>
                    </a:cubicBezTo>
                    <a:cubicBezTo>
                      <a:pt x="575" y="806"/>
                      <a:pt x="346" y="1324"/>
                      <a:pt x="289" y="1438"/>
                    </a:cubicBezTo>
                    <a:cubicBezTo>
                      <a:pt x="273" y="1460"/>
                      <a:pt x="246" y="1474"/>
                      <a:pt x="209" y="1474"/>
                    </a:cubicBezTo>
                    <a:cubicBezTo>
                      <a:pt x="152" y="1474"/>
                      <a:pt x="73" y="1446"/>
                      <a:pt x="1" y="1410"/>
                    </a:cubicBezTo>
                    <a:lnTo>
                      <a:pt x="1" y="1546"/>
                    </a:lnTo>
                    <a:cubicBezTo>
                      <a:pt x="30" y="1560"/>
                      <a:pt x="66" y="1583"/>
                      <a:pt x="101" y="1596"/>
                    </a:cubicBezTo>
                    <a:cubicBezTo>
                      <a:pt x="116" y="1603"/>
                      <a:pt x="130" y="1603"/>
                      <a:pt x="144" y="1610"/>
                    </a:cubicBezTo>
                    <a:cubicBezTo>
                      <a:pt x="152" y="1610"/>
                      <a:pt x="166" y="1619"/>
                      <a:pt x="180" y="1619"/>
                    </a:cubicBezTo>
                    <a:cubicBezTo>
                      <a:pt x="196" y="1626"/>
                      <a:pt x="209" y="1626"/>
                      <a:pt x="223" y="1633"/>
                    </a:cubicBezTo>
                    <a:lnTo>
                      <a:pt x="266" y="1633"/>
                    </a:lnTo>
                    <a:cubicBezTo>
                      <a:pt x="325" y="1633"/>
                      <a:pt x="375" y="1619"/>
                      <a:pt x="396" y="1567"/>
                    </a:cubicBezTo>
                    <a:cubicBezTo>
                      <a:pt x="439" y="1481"/>
                      <a:pt x="698" y="929"/>
                      <a:pt x="720" y="691"/>
                    </a:cubicBezTo>
                    <a:cubicBezTo>
                      <a:pt x="727" y="627"/>
                      <a:pt x="713" y="497"/>
                      <a:pt x="654" y="396"/>
                    </a:cubicBezTo>
                    <a:cubicBezTo>
                      <a:pt x="648" y="375"/>
                      <a:pt x="641" y="359"/>
                      <a:pt x="634" y="346"/>
                    </a:cubicBezTo>
                    <a:cubicBezTo>
                      <a:pt x="627" y="346"/>
                      <a:pt x="627" y="339"/>
                      <a:pt x="618" y="332"/>
                    </a:cubicBezTo>
                    <a:cubicBezTo>
                      <a:pt x="611" y="325"/>
                      <a:pt x="604" y="309"/>
                      <a:pt x="598" y="296"/>
                    </a:cubicBezTo>
                    <a:cubicBezTo>
                      <a:pt x="584" y="282"/>
                      <a:pt x="575" y="266"/>
                      <a:pt x="561" y="252"/>
                    </a:cubicBezTo>
                    <a:cubicBezTo>
                      <a:pt x="561" y="252"/>
                      <a:pt x="554" y="246"/>
                      <a:pt x="554" y="239"/>
                    </a:cubicBezTo>
                    <a:cubicBezTo>
                      <a:pt x="532" y="223"/>
                      <a:pt x="518" y="202"/>
                      <a:pt x="504" y="187"/>
                    </a:cubicBezTo>
                    <a:cubicBezTo>
                      <a:pt x="461" y="152"/>
                      <a:pt x="425" y="123"/>
                      <a:pt x="396" y="109"/>
                    </a:cubicBezTo>
                    <a:lnTo>
                      <a:pt x="20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" name="Google Shape;816;p41"/>
              <p:cNvSpPr/>
              <p:nvPr/>
            </p:nvSpPr>
            <p:spPr>
              <a:xfrm>
                <a:off x="3189166" y="3443805"/>
                <a:ext cx="98848" cy="208868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963" extrusionOk="0">
                    <a:moveTo>
                      <a:pt x="281" y="1"/>
                    </a:moveTo>
                    <a:lnTo>
                      <a:pt x="0" y="166"/>
                    </a:lnTo>
                    <a:lnTo>
                      <a:pt x="245" y="310"/>
                    </a:lnTo>
                    <a:cubicBezTo>
                      <a:pt x="266" y="323"/>
                      <a:pt x="295" y="339"/>
                      <a:pt x="316" y="360"/>
                    </a:cubicBezTo>
                    <a:cubicBezTo>
                      <a:pt x="325" y="367"/>
                      <a:pt x="331" y="367"/>
                      <a:pt x="338" y="375"/>
                    </a:cubicBezTo>
                    <a:lnTo>
                      <a:pt x="345" y="382"/>
                    </a:lnTo>
                    <a:cubicBezTo>
                      <a:pt x="359" y="396"/>
                      <a:pt x="368" y="403"/>
                      <a:pt x="375" y="410"/>
                    </a:cubicBezTo>
                    <a:cubicBezTo>
                      <a:pt x="411" y="439"/>
                      <a:pt x="438" y="475"/>
                      <a:pt x="475" y="518"/>
                    </a:cubicBezTo>
                    <a:cubicBezTo>
                      <a:pt x="482" y="532"/>
                      <a:pt x="488" y="539"/>
                      <a:pt x="497" y="555"/>
                    </a:cubicBezTo>
                    <a:cubicBezTo>
                      <a:pt x="504" y="568"/>
                      <a:pt x="511" y="575"/>
                      <a:pt x="518" y="591"/>
                    </a:cubicBezTo>
                    <a:cubicBezTo>
                      <a:pt x="525" y="598"/>
                      <a:pt x="525" y="605"/>
                      <a:pt x="532" y="611"/>
                    </a:cubicBezTo>
                    <a:cubicBezTo>
                      <a:pt x="540" y="625"/>
                      <a:pt x="547" y="634"/>
                      <a:pt x="554" y="648"/>
                    </a:cubicBezTo>
                    <a:cubicBezTo>
                      <a:pt x="618" y="770"/>
                      <a:pt x="647" y="900"/>
                      <a:pt x="633" y="1007"/>
                    </a:cubicBezTo>
                    <a:cubicBezTo>
                      <a:pt x="604" y="1251"/>
                      <a:pt x="345" y="1819"/>
                      <a:pt x="302" y="1898"/>
                    </a:cubicBezTo>
                    <a:cubicBezTo>
                      <a:pt x="288" y="1928"/>
                      <a:pt x="266" y="1948"/>
                      <a:pt x="245" y="1962"/>
                    </a:cubicBezTo>
                    <a:lnTo>
                      <a:pt x="525" y="1798"/>
                    </a:lnTo>
                    <a:cubicBezTo>
                      <a:pt x="547" y="1783"/>
                      <a:pt x="568" y="1762"/>
                      <a:pt x="583" y="1733"/>
                    </a:cubicBezTo>
                    <a:cubicBezTo>
                      <a:pt x="626" y="1653"/>
                      <a:pt x="877" y="1093"/>
                      <a:pt x="913" y="850"/>
                    </a:cubicBezTo>
                    <a:cubicBezTo>
                      <a:pt x="928" y="734"/>
                      <a:pt x="899" y="611"/>
                      <a:pt x="833" y="482"/>
                    </a:cubicBezTo>
                    <a:cubicBezTo>
                      <a:pt x="740" y="316"/>
                      <a:pt x="611" y="194"/>
                      <a:pt x="525" y="144"/>
                    </a:cubicBezTo>
                    <a:lnTo>
                      <a:pt x="382" y="65"/>
                    </a:lnTo>
                    <a:lnTo>
                      <a:pt x="28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" name="Google Shape;817;p41"/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extrusionOk="0">
                    <a:moveTo>
                      <a:pt x="1" y="0"/>
                    </a:moveTo>
                    <a:cubicBezTo>
                      <a:pt x="10" y="6"/>
                      <a:pt x="21" y="11"/>
                      <a:pt x="32" y="16"/>
                    </a:cubicBezTo>
                    <a:lnTo>
                      <a:pt x="32" y="16"/>
                    </a:lnTo>
                    <a:lnTo>
                      <a:pt x="1" y="0"/>
                    </a:lnTo>
                    <a:close/>
                    <a:moveTo>
                      <a:pt x="32" y="16"/>
                    </a:moveTo>
                    <a:lnTo>
                      <a:pt x="73" y="37"/>
                    </a:lnTo>
                    <a:cubicBezTo>
                      <a:pt x="61" y="29"/>
                      <a:pt x="47" y="22"/>
                      <a:pt x="32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" name="Google Shape;818;p41"/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fill="none" extrusionOk="0">
                    <a:moveTo>
                      <a:pt x="73" y="37"/>
                    </a:moveTo>
                    <a:cubicBezTo>
                      <a:pt x="52" y="23"/>
                      <a:pt x="23" y="14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" name="Google Shape;819;p41"/>
              <p:cNvSpPr/>
              <p:nvPr/>
            </p:nvSpPr>
            <p:spPr>
              <a:xfrm>
                <a:off x="3184591" y="3461467"/>
                <a:ext cx="73524" cy="193227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816" extrusionOk="0">
                    <a:moveTo>
                      <a:pt x="43" y="0"/>
                    </a:moveTo>
                    <a:lnTo>
                      <a:pt x="36" y="144"/>
                    </a:lnTo>
                    <a:lnTo>
                      <a:pt x="223" y="252"/>
                    </a:lnTo>
                    <a:cubicBezTo>
                      <a:pt x="252" y="266"/>
                      <a:pt x="288" y="295"/>
                      <a:pt x="331" y="330"/>
                    </a:cubicBezTo>
                    <a:cubicBezTo>
                      <a:pt x="345" y="345"/>
                      <a:pt x="359" y="366"/>
                      <a:pt x="381" y="382"/>
                    </a:cubicBezTo>
                    <a:cubicBezTo>
                      <a:pt x="381" y="389"/>
                      <a:pt x="388" y="395"/>
                      <a:pt x="388" y="395"/>
                    </a:cubicBezTo>
                    <a:cubicBezTo>
                      <a:pt x="402" y="409"/>
                      <a:pt x="411" y="425"/>
                      <a:pt x="425" y="439"/>
                    </a:cubicBezTo>
                    <a:cubicBezTo>
                      <a:pt x="431" y="452"/>
                      <a:pt x="438" y="468"/>
                      <a:pt x="445" y="475"/>
                    </a:cubicBezTo>
                    <a:cubicBezTo>
                      <a:pt x="454" y="482"/>
                      <a:pt x="454" y="489"/>
                      <a:pt x="461" y="489"/>
                    </a:cubicBezTo>
                    <a:cubicBezTo>
                      <a:pt x="468" y="502"/>
                      <a:pt x="475" y="518"/>
                      <a:pt x="481" y="539"/>
                    </a:cubicBezTo>
                    <a:cubicBezTo>
                      <a:pt x="540" y="640"/>
                      <a:pt x="554" y="770"/>
                      <a:pt x="547" y="834"/>
                    </a:cubicBezTo>
                    <a:cubicBezTo>
                      <a:pt x="525" y="1072"/>
                      <a:pt x="266" y="1624"/>
                      <a:pt x="223" y="1710"/>
                    </a:cubicBezTo>
                    <a:cubicBezTo>
                      <a:pt x="202" y="1762"/>
                      <a:pt x="152" y="1776"/>
                      <a:pt x="93" y="1776"/>
                    </a:cubicBezTo>
                    <a:lnTo>
                      <a:pt x="50" y="1776"/>
                    </a:lnTo>
                    <a:cubicBezTo>
                      <a:pt x="36" y="1769"/>
                      <a:pt x="23" y="1769"/>
                      <a:pt x="7" y="1762"/>
                    </a:cubicBezTo>
                    <a:cubicBezTo>
                      <a:pt x="7" y="1769"/>
                      <a:pt x="0" y="1769"/>
                      <a:pt x="0" y="1776"/>
                    </a:cubicBezTo>
                    <a:cubicBezTo>
                      <a:pt x="69" y="1798"/>
                      <a:pt x="137" y="1815"/>
                      <a:pt x="196" y="1815"/>
                    </a:cubicBezTo>
                    <a:cubicBezTo>
                      <a:pt x="230" y="1815"/>
                      <a:pt x="262" y="1810"/>
                      <a:pt x="288" y="1796"/>
                    </a:cubicBezTo>
                    <a:cubicBezTo>
                      <a:pt x="309" y="1782"/>
                      <a:pt x="331" y="1762"/>
                      <a:pt x="345" y="1732"/>
                    </a:cubicBezTo>
                    <a:cubicBezTo>
                      <a:pt x="388" y="1653"/>
                      <a:pt x="647" y="1085"/>
                      <a:pt x="676" y="841"/>
                    </a:cubicBezTo>
                    <a:cubicBezTo>
                      <a:pt x="690" y="734"/>
                      <a:pt x="661" y="604"/>
                      <a:pt x="597" y="482"/>
                    </a:cubicBezTo>
                    <a:cubicBezTo>
                      <a:pt x="590" y="468"/>
                      <a:pt x="583" y="459"/>
                      <a:pt x="575" y="445"/>
                    </a:cubicBezTo>
                    <a:cubicBezTo>
                      <a:pt x="568" y="439"/>
                      <a:pt x="568" y="432"/>
                      <a:pt x="561" y="425"/>
                    </a:cubicBezTo>
                    <a:cubicBezTo>
                      <a:pt x="554" y="409"/>
                      <a:pt x="547" y="402"/>
                      <a:pt x="540" y="389"/>
                    </a:cubicBezTo>
                    <a:cubicBezTo>
                      <a:pt x="531" y="373"/>
                      <a:pt x="525" y="366"/>
                      <a:pt x="518" y="352"/>
                    </a:cubicBezTo>
                    <a:cubicBezTo>
                      <a:pt x="481" y="309"/>
                      <a:pt x="454" y="273"/>
                      <a:pt x="418" y="244"/>
                    </a:cubicBezTo>
                    <a:cubicBezTo>
                      <a:pt x="411" y="237"/>
                      <a:pt x="402" y="230"/>
                      <a:pt x="388" y="216"/>
                    </a:cubicBezTo>
                    <a:lnTo>
                      <a:pt x="381" y="209"/>
                    </a:lnTo>
                    <a:cubicBezTo>
                      <a:pt x="374" y="201"/>
                      <a:pt x="368" y="201"/>
                      <a:pt x="359" y="194"/>
                    </a:cubicBezTo>
                    <a:cubicBezTo>
                      <a:pt x="338" y="173"/>
                      <a:pt x="309" y="157"/>
                      <a:pt x="288" y="144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" name="Google Shape;820;p41"/>
              <p:cNvSpPr/>
              <p:nvPr/>
            </p:nvSpPr>
            <p:spPr>
              <a:xfrm>
                <a:off x="2686730" y="3876653"/>
                <a:ext cx="23834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81" extrusionOk="0">
                    <a:moveTo>
                      <a:pt x="144" y="1"/>
                    </a:moveTo>
                    <a:lnTo>
                      <a:pt x="1" y="80"/>
                    </a:lnTo>
                    <a:cubicBezTo>
                      <a:pt x="28" y="116"/>
                      <a:pt x="28" y="152"/>
                      <a:pt x="1" y="180"/>
                    </a:cubicBezTo>
                    <a:lnTo>
                      <a:pt x="223" y="51"/>
                    </a:lnTo>
                    <a:lnTo>
                      <a:pt x="14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" name="Google Shape;821;p41"/>
              <p:cNvSpPr/>
              <p:nvPr/>
            </p:nvSpPr>
            <p:spPr>
              <a:xfrm>
                <a:off x="2248455" y="3779081"/>
                <a:ext cx="619582" cy="288244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2709" extrusionOk="0">
                    <a:moveTo>
                      <a:pt x="2612" y="0"/>
                    </a:moveTo>
                    <a:cubicBezTo>
                      <a:pt x="2570" y="0"/>
                      <a:pt x="2526" y="9"/>
                      <a:pt x="2495" y="27"/>
                    </a:cubicBezTo>
                    <a:lnTo>
                      <a:pt x="66" y="1428"/>
                    </a:lnTo>
                    <a:cubicBezTo>
                      <a:pt x="0" y="1471"/>
                      <a:pt x="0" y="1528"/>
                      <a:pt x="66" y="1565"/>
                    </a:cubicBezTo>
                    <a:lnTo>
                      <a:pt x="719" y="1946"/>
                    </a:lnTo>
                    <a:lnTo>
                      <a:pt x="2315" y="1019"/>
                    </a:lnTo>
                    <a:cubicBezTo>
                      <a:pt x="2347" y="1001"/>
                      <a:pt x="2390" y="992"/>
                      <a:pt x="2433" y="992"/>
                    </a:cubicBezTo>
                    <a:cubicBezTo>
                      <a:pt x="2476" y="992"/>
                      <a:pt x="2520" y="1001"/>
                      <a:pt x="2551" y="1019"/>
                    </a:cubicBezTo>
                    <a:lnTo>
                      <a:pt x="2610" y="1054"/>
                    </a:lnTo>
                    <a:lnTo>
                      <a:pt x="2883" y="1213"/>
                    </a:lnTo>
                    <a:lnTo>
                      <a:pt x="3162" y="1371"/>
                    </a:lnTo>
                    <a:lnTo>
                      <a:pt x="3436" y="1528"/>
                    </a:lnTo>
                    <a:lnTo>
                      <a:pt x="3709" y="1687"/>
                    </a:lnTo>
                    <a:lnTo>
                      <a:pt x="3982" y="1846"/>
                    </a:lnTo>
                    <a:lnTo>
                      <a:pt x="4256" y="2003"/>
                    </a:lnTo>
                    <a:lnTo>
                      <a:pt x="4528" y="2161"/>
                    </a:lnTo>
                    <a:lnTo>
                      <a:pt x="4801" y="2320"/>
                    </a:lnTo>
                    <a:lnTo>
                      <a:pt x="5075" y="2477"/>
                    </a:lnTo>
                    <a:lnTo>
                      <a:pt x="5477" y="2708"/>
                    </a:lnTo>
                    <a:lnTo>
                      <a:pt x="5822" y="2506"/>
                    </a:lnTo>
                    <a:lnTo>
                      <a:pt x="5427" y="2277"/>
                    </a:lnTo>
                    <a:lnTo>
                      <a:pt x="5413" y="2270"/>
                    </a:lnTo>
                    <a:lnTo>
                      <a:pt x="5550" y="2191"/>
                    </a:lnTo>
                    <a:cubicBezTo>
                      <a:pt x="5575" y="2198"/>
                      <a:pt x="5601" y="2201"/>
                      <a:pt x="5629" y="2201"/>
                    </a:cubicBezTo>
                    <a:cubicBezTo>
                      <a:pt x="5657" y="2201"/>
                      <a:pt x="5686" y="2198"/>
                      <a:pt x="5715" y="2191"/>
                    </a:cubicBezTo>
                    <a:cubicBezTo>
                      <a:pt x="5664" y="2191"/>
                      <a:pt x="5620" y="2175"/>
                      <a:pt x="5586" y="2155"/>
                    </a:cubicBezTo>
                    <a:cubicBezTo>
                      <a:pt x="5514" y="2111"/>
                      <a:pt x="5514" y="2039"/>
                      <a:pt x="5593" y="2003"/>
                    </a:cubicBezTo>
                    <a:cubicBezTo>
                      <a:pt x="5607" y="1989"/>
                      <a:pt x="5620" y="1982"/>
                      <a:pt x="5643" y="1975"/>
                    </a:cubicBezTo>
                    <a:cubicBezTo>
                      <a:pt x="5593" y="1975"/>
                      <a:pt x="5534" y="1989"/>
                      <a:pt x="5500" y="2011"/>
                    </a:cubicBezTo>
                    <a:cubicBezTo>
                      <a:pt x="5434" y="2046"/>
                      <a:pt x="5427" y="2098"/>
                      <a:pt x="5463" y="2132"/>
                    </a:cubicBezTo>
                    <a:lnTo>
                      <a:pt x="5319" y="2218"/>
                    </a:lnTo>
                    <a:lnTo>
                      <a:pt x="5155" y="2118"/>
                    </a:lnTo>
                    <a:lnTo>
                      <a:pt x="4880" y="1960"/>
                    </a:lnTo>
                    <a:lnTo>
                      <a:pt x="4817" y="1925"/>
                    </a:lnTo>
                    <a:lnTo>
                      <a:pt x="4953" y="1846"/>
                    </a:lnTo>
                    <a:cubicBezTo>
                      <a:pt x="4978" y="1853"/>
                      <a:pt x="5007" y="1856"/>
                      <a:pt x="5036" y="1856"/>
                    </a:cubicBezTo>
                    <a:cubicBezTo>
                      <a:pt x="5065" y="1856"/>
                      <a:pt x="5093" y="1853"/>
                      <a:pt x="5118" y="1846"/>
                    </a:cubicBezTo>
                    <a:cubicBezTo>
                      <a:pt x="5075" y="1846"/>
                      <a:pt x="5032" y="1830"/>
                      <a:pt x="4996" y="1816"/>
                    </a:cubicBezTo>
                    <a:cubicBezTo>
                      <a:pt x="4924" y="1766"/>
                      <a:pt x="4924" y="1701"/>
                      <a:pt x="4996" y="1658"/>
                    </a:cubicBezTo>
                    <a:cubicBezTo>
                      <a:pt x="5010" y="1644"/>
                      <a:pt x="5032" y="1637"/>
                      <a:pt x="5053" y="1637"/>
                    </a:cubicBezTo>
                    <a:cubicBezTo>
                      <a:pt x="5043" y="1636"/>
                      <a:pt x="5033" y="1635"/>
                      <a:pt x="5023" y="1635"/>
                    </a:cubicBezTo>
                    <a:cubicBezTo>
                      <a:pt x="4977" y="1635"/>
                      <a:pt x="4933" y="1648"/>
                      <a:pt x="4903" y="1666"/>
                    </a:cubicBezTo>
                    <a:cubicBezTo>
                      <a:pt x="4844" y="1701"/>
                      <a:pt x="4830" y="1753"/>
                      <a:pt x="4867" y="1796"/>
                    </a:cubicBezTo>
                    <a:lnTo>
                      <a:pt x="4730" y="1873"/>
                    </a:lnTo>
                    <a:lnTo>
                      <a:pt x="4608" y="1803"/>
                    </a:lnTo>
                    <a:lnTo>
                      <a:pt x="4327" y="1644"/>
                    </a:lnTo>
                    <a:lnTo>
                      <a:pt x="4220" y="1580"/>
                    </a:lnTo>
                    <a:lnTo>
                      <a:pt x="4356" y="1501"/>
                    </a:lnTo>
                    <a:cubicBezTo>
                      <a:pt x="4384" y="1508"/>
                      <a:pt x="4413" y="1511"/>
                      <a:pt x="4441" y="1511"/>
                    </a:cubicBezTo>
                    <a:cubicBezTo>
                      <a:pt x="4469" y="1511"/>
                      <a:pt x="4497" y="1508"/>
                      <a:pt x="4522" y="1501"/>
                    </a:cubicBezTo>
                    <a:cubicBezTo>
                      <a:pt x="4478" y="1501"/>
                      <a:pt x="4435" y="1485"/>
                      <a:pt x="4406" y="1471"/>
                    </a:cubicBezTo>
                    <a:cubicBezTo>
                      <a:pt x="4327" y="1428"/>
                      <a:pt x="4335" y="1356"/>
                      <a:pt x="4406" y="1313"/>
                    </a:cubicBezTo>
                    <a:cubicBezTo>
                      <a:pt x="4422" y="1306"/>
                      <a:pt x="4442" y="1299"/>
                      <a:pt x="4456" y="1292"/>
                    </a:cubicBezTo>
                    <a:cubicBezTo>
                      <a:pt x="4447" y="1291"/>
                      <a:pt x="4438" y="1290"/>
                      <a:pt x="4429" y="1290"/>
                    </a:cubicBezTo>
                    <a:cubicBezTo>
                      <a:pt x="4386" y="1290"/>
                      <a:pt x="4341" y="1303"/>
                      <a:pt x="4306" y="1321"/>
                    </a:cubicBezTo>
                    <a:cubicBezTo>
                      <a:pt x="4249" y="1356"/>
                      <a:pt x="4233" y="1408"/>
                      <a:pt x="4270" y="1451"/>
                    </a:cubicBezTo>
                    <a:lnTo>
                      <a:pt x="4133" y="1528"/>
                    </a:lnTo>
                    <a:lnTo>
                      <a:pt x="4054" y="1485"/>
                    </a:lnTo>
                    <a:lnTo>
                      <a:pt x="3868" y="1378"/>
                    </a:lnTo>
                    <a:cubicBezTo>
                      <a:pt x="3802" y="1342"/>
                      <a:pt x="3802" y="1278"/>
                      <a:pt x="3868" y="1242"/>
                    </a:cubicBezTo>
                    <a:lnTo>
                      <a:pt x="4040" y="1140"/>
                    </a:lnTo>
                    <a:lnTo>
                      <a:pt x="4040" y="1140"/>
                    </a:lnTo>
                    <a:cubicBezTo>
                      <a:pt x="4010" y="1153"/>
                      <a:pt x="3975" y="1158"/>
                      <a:pt x="3941" y="1158"/>
                    </a:cubicBezTo>
                    <a:cubicBezTo>
                      <a:pt x="3894" y="1158"/>
                      <a:pt x="3847" y="1147"/>
                      <a:pt x="3809" y="1126"/>
                    </a:cubicBezTo>
                    <a:cubicBezTo>
                      <a:pt x="3738" y="1083"/>
                      <a:pt x="3738" y="1011"/>
                      <a:pt x="3818" y="968"/>
                    </a:cubicBezTo>
                    <a:cubicBezTo>
                      <a:pt x="3853" y="946"/>
                      <a:pt x="3901" y="935"/>
                      <a:pt x="3949" y="935"/>
                    </a:cubicBezTo>
                    <a:cubicBezTo>
                      <a:pt x="3977" y="935"/>
                      <a:pt x="4006" y="939"/>
                      <a:pt x="4033" y="947"/>
                    </a:cubicBezTo>
                    <a:lnTo>
                      <a:pt x="4170" y="868"/>
                    </a:lnTo>
                    <a:lnTo>
                      <a:pt x="3666" y="573"/>
                    </a:lnTo>
                    <a:lnTo>
                      <a:pt x="3530" y="652"/>
                    </a:lnTo>
                    <a:cubicBezTo>
                      <a:pt x="3566" y="695"/>
                      <a:pt x="3550" y="745"/>
                      <a:pt x="3493" y="781"/>
                    </a:cubicBezTo>
                    <a:cubicBezTo>
                      <a:pt x="3454" y="803"/>
                      <a:pt x="3405" y="814"/>
                      <a:pt x="3357" y="814"/>
                    </a:cubicBezTo>
                    <a:cubicBezTo>
                      <a:pt x="3309" y="814"/>
                      <a:pt x="3261" y="803"/>
                      <a:pt x="3221" y="781"/>
                    </a:cubicBezTo>
                    <a:cubicBezTo>
                      <a:pt x="3148" y="738"/>
                      <a:pt x="3148" y="666"/>
                      <a:pt x="3221" y="623"/>
                    </a:cubicBezTo>
                    <a:cubicBezTo>
                      <a:pt x="3260" y="601"/>
                      <a:pt x="3307" y="593"/>
                      <a:pt x="3355" y="593"/>
                    </a:cubicBezTo>
                    <a:cubicBezTo>
                      <a:pt x="3385" y="593"/>
                      <a:pt x="3415" y="597"/>
                      <a:pt x="3443" y="602"/>
                    </a:cubicBezTo>
                    <a:lnTo>
                      <a:pt x="3580" y="523"/>
                    </a:lnTo>
                    <a:lnTo>
                      <a:pt x="3076" y="228"/>
                    </a:lnTo>
                    <a:lnTo>
                      <a:pt x="2940" y="314"/>
                    </a:lnTo>
                    <a:cubicBezTo>
                      <a:pt x="2969" y="350"/>
                      <a:pt x="2962" y="400"/>
                      <a:pt x="2903" y="436"/>
                    </a:cubicBezTo>
                    <a:cubicBezTo>
                      <a:pt x="2865" y="458"/>
                      <a:pt x="2815" y="469"/>
                      <a:pt x="2765" y="469"/>
                    </a:cubicBezTo>
                    <a:cubicBezTo>
                      <a:pt x="2716" y="469"/>
                      <a:pt x="2667" y="458"/>
                      <a:pt x="2631" y="436"/>
                    </a:cubicBezTo>
                    <a:cubicBezTo>
                      <a:pt x="2558" y="393"/>
                      <a:pt x="2558" y="321"/>
                      <a:pt x="2631" y="278"/>
                    </a:cubicBezTo>
                    <a:cubicBezTo>
                      <a:pt x="2669" y="259"/>
                      <a:pt x="2724" y="250"/>
                      <a:pt x="2775" y="250"/>
                    </a:cubicBezTo>
                    <a:cubicBezTo>
                      <a:pt x="2800" y="250"/>
                      <a:pt x="2825" y="252"/>
                      <a:pt x="2846" y="257"/>
                    </a:cubicBezTo>
                    <a:lnTo>
                      <a:pt x="2990" y="178"/>
                    </a:lnTo>
                    <a:lnTo>
                      <a:pt x="2724" y="27"/>
                    </a:lnTo>
                    <a:cubicBezTo>
                      <a:pt x="2696" y="9"/>
                      <a:pt x="2654" y="0"/>
                      <a:pt x="26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" name="Google Shape;822;p41"/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" name="Google Shape;823;p41"/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" name="Google Shape;824;p41"/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" name="Google Shape;825;p41"/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" name="Google Shape;826;p41"/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" name="Google Shape;827;p41"/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" name="Google Shape;828;p41"/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" name="Google Shape;829;p41"/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" name="Google Shape;830;p41"/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" name="Google Shape;831;p41"/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" name="Google Shape;832;p41"/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" name="Google Shape;833;p41"/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834;p41"/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835;p41"/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" name="Google Shape;836;p41"/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837;p41"/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" name="Google Shape;838;p41"/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" name="Google Shape;839;p41"/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" name="Google Shape;840;p41"/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841;p41"/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842;p41"/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extrusionOk="0">
                    <a:moveTo>
                      <a:pt x="0" y="1027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843;p41"/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fill="none" extrusionOk="0">
                    <a:moveTo>
                      <a:pt x="0" y="1027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844;p41"/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" name="Google Shape;845;p41"/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846;p41"/>
              <p:cNvSpPr/>
              <p:nvPr/>
            </p:nvSpPr>
            <p:spPr>
              <a:xfrm>
                <a:off x="2231537" y="3884633"/>
                <a:ext cx="677039" cy="390178"/>
              </a:xfrm>
              <a:custGeom>
                <a:avLst/>
                <a:gdLst/>
                <a:ahLst/>
                <a:cxnLst/>
                <a:rect l="l" t="t" r="r" b="b"/>
                <a:pathLst>
                  <a:path w="6363" h="3667" extrusionOk="0">
                    <a:moveTo>
                      <a:pt x="2592" y="0"/>
                    </a:moveTo>
                    <a:cubicBezTo>
                      <a:pt x="2549" y="0"/>
                      <a:pt x="2506" y="9"/>
                      <a:pt x="2474" y="27"/>
                    </a:cubicBezTo>
                    <a:lnTo>
                      <a:pt x="878" y="954"/>
                    </a:lnTo>
                    <a:lnTo>
                      <a:pt x="66" y="1428"/>
                    </a:lnTo>
                    <a:cubicBezTo>
                      <a:pt x="0" y="1464"/>
                      <a:pt x="0" y="1528"/>
                      <a:pt x="66" y="1564"/>
                    </a:cubicBezTo>
                    <a:lnTo>
                      <a:pt x="325" y="1716"/>
                    </a:lnTo>
                    <a:lnTo>
                      <a:pt x="461" y="1637"/>
                    </a:lnTo>
                    <a:cubicBezTo>
                      <a:pt x="432" y="1594"/>
                      <a:pt x="440" y="1544"/>
                      <a:pt x="497" y="1508"/>
                    </a:cubicBezTo>
                    <a:cubicBezTo>
                      <a:pt x="537" y="1486"/>
                      <a:pt x="585" y="1475"/>
                      <a:pt x="633" y="1475"/>
                    </a:cubicBezTo>
                    <a:cubicBezTo>
                      <a:pt x="682" y="1475"/>
                      <a:pt x="730" y="1486"/>
                      <a:pt x="770" y="1508"/>
                    </a:cubicBezTo>
                    <a:cubicBezTo>
                      <a:pt x="842" y="1551"/>
                      <a:pt x="842" y="1623"/>
                      <a:pt x="770" y="1666"/>
                    </a:cubicBezTo>
                    <a:cubicBezTo>
                      <a:pt x="734" y="1688"/>
                      <a:pt x="687" y="1699"/>
                      <a:pt x="639" y="1699"/>
                    </a:cubicBezTo>
                    <a:cubicBezTo>
                      <a:pt x="610" y="1699"/>
                      <a:pt x="581" y="1695"/>
                      <a:pt x="554" y="1687"/>
                    </a:cubicBezTo>
                    <a:lnTo>
                      <a:pt x="411" y="1766"/>
                    </a:lnTo>
                    <a:lnTo>
                      <a:pt x="922" y="2061"/>
                    </a:lnTo>
                    <a:lnTo>
                      <a:pt x="1058" y="1982"/>
                    </a:lnTo>
                    <a:cubicBezTo>
                      <a:pt x="1022" y="1939"/>
                      <a:pt x="1035" y="1889"/>
                      <a:pt x="1094" y="1853"/>
                    </a:cubicBezTo>
                    <a:cubicBezTo>
                      <a:pt x="1129" y="1831"/>
                      <a:pt x="1178" y="1820"/>
                      <a:pt x="1227" y="1820"/>
                    </a:cubicBezTo>
                    <a:cubicBezTo>
                      <a:pt x="1276" y="1820"/>
                      <a:pt x="1327" y="1831"/>
                      <a:pt x="1367" y="1853"/>
                    </a:cubicBezTo>
                    <a:cubicBezTo>
                      <a:pt x="1439" y="1896"/>
                      <a:pt x="1439" y="1968"/>
                      <a:pt x="1367" y="2011"/>
                    </a:cubicBezTo>
                    <a:cubicBezTo>
                      <a:pt x="1331" y="2033"/>
                      <a:pt x="1281" y="2044"/>
                      <a:pt x="1231" y="2044"/>
                    </a:cubicBezTo>
                    <a:cubicBezTo>
                      <a:pt x="1201" y="2044"/>
                      <a:pt x="1171" y="2040"/>
                      <a:pt x="1144" y="2032"/>
                    </a:cubicBezTo>
                    <a:lnTo>
                      <a:pt x="1008" y="2111"/>
                    </a:lnTo>
                    <a:lnTo>
                      <a:pt x="1518" y="2406"/>
                    </a:lnTo>
                    <a:lnTo>
                      <a:pt x="1655" y="2327"/>
                    </a:lnTo>
                    <a:cubicBezTo>
                      <a:pt x="1618" y="2284"/>
                      <a:pt x="1632" y="2234"/>
                      <a:pt x="1691" y="2198"/>
                    </a:cubicBezTo>
                    <a:cubicBezTo>
                      <a:pt x="1726" y="2176"/>
                      <a:pt x="1775" y="2165"/>
                      <a:pt x="1823" y="2165"/>
                    </a:cubicBezTo>
                    <a:cubicBezTo>
                      <a:pt x="1872" y="2165"/>
                      <a:pt x="1920" y="2176"/>
                      <a:pt x="1957" y="2198"/>
                    </a:cubicBezTo>
                    <a:cubicBezTo>
                      <a:pt x="2036" y="2241"/>
                      <a:pt x="2036" y="2313"/>
                      <a:pt x="1964" y="2356"/>
                    </a:cubicBezTo>
                    <a:cubicBezTo>
                      <a:pt x="1923" y="2377"/>
                      <a:pt x="1875" y="2386"/>
                      <a:pt x="1828" y="2386"/>
                    </a:cubicBezTo>
                    <a:cubicBezTo>
                      <a:pt x="1798" y="2386"/>
                      <a:pt x="1768" y="2382"/>
                      <a:pt x="1741" y="2377"/>
                    </a:cubicBezTo>
                    <a:lnTo>
                      <a:pt x="1605" y="2456"/>
                    </a:lnTo>
                    <a:lnTo>
                      <a:pt x="2114" y="2751"/>
                    </a:lnTo>
                    <a:lnTo>
                      <a:pt x="2252" y="2665"/>
                    </a:lnTo>
                    <a:cubicBezTo>
                      <a:pt x="2215" y="2629"/>
                      <a:pt x="2229" y="2579"/>
                      <a:pt x="2286" y="2543"/>
                    </a:cubicBezTo>
                    <a:cubicBezTo>
                      <a:pt x="2322" y="2521"/>
                      <a:pt x="2371" y="2510"/>
                      <a:pt x="2420" y="2510"/>
                    </a:cubicBezTo>
                    <a:cubicBezTo>
                      <a:pt x="2469" y="2510"/>
                      <a:pt x="2517" y="2521"/>
                      <a:pt x="2554" y="2543"/>
                    </a:cubicBezTo>
                    <a:cubicBezTo>
                      <a:pt x="2631" y="2586"/>
                      <a:pt x="2631" y="2658"/>
                      <a:pt x="2554" y="2701"/>
                    </a:cubicBezTo>
                    <a:cubicBezTo>
                      <a:pt x="2518" y="2718"/>
                      <a:pt x="2472" y="2727"/>
                      <a:pt x="2426" y="2727"/>
                    </a:cubicBezTo>
                    <a:cubicBezTo>
                      <a:pt x="2396" y="2727"/>
                      <a:pt x="2366" y="2723"/>
                      <a:pt x="2338" y="2715"/>
                    </a:cubicBezTo>
                    <a:lnTo>
                      <a:pt x="2200" y="2801"/>
                    </a:lnTo>
                    <a:lnTo>
                      <a:pt x="2704" y="3089"/>
                    </a:lnTo>
                    <a:lnTo>
                      <a:pt x="2847" y="3010"/>
                    </a:lnTo>
                    <a:cubicBezTo>
                      <a:pt x="2812" y="2967"/>
                      <a:pt x="2819" y="2917"/>
                      <a:pt x="2883" y="2888"/>
                    </a:cubicBezTo>
                    <a:cubicBezTo>
                      <a:pt x="2919" y="2866"/>
                      <a:pt x="2968" y="2855"/>
                      <a:pt x="3016" y="2855"/>
                    </a:cubicBezTo>
                    <a:cubicBezTo>
                      <a:pt x="3065" y="2855"/>
                      <a:pt x="3113" y="2866"/>
                      <a:pt x="3149" y="2888"/>
                    </a:cubicBezTo>
                    <a:cubicBezTo>
                      <a:pt x="3228" y="2931"/>
                      <a:pt x="3228" y="2995"/>
                      <a:pt x="3149" y="3038"/>
                    </a:cubicBezTo>
                    <a:cubicBezTo>
                      <a:pt x="3113" y="3060"/>
                      <a:pt x="3065" y="3072"/>
                      <a:pt x="3017" y="3072"/>
                    </a:cubicBezTo>
                    <a:cubicBezTo>
                      <a:pt x="2989" y="3072"/>
                      <a:pt x="2960" y="3068"/>
                      <a:pt x="2933" y="3060"/>
                    </a:cubicBezTo>
                    <a:lnTo>
                      <a:pt x="2797" y="3139"/>
                    </a:lnTo>
                    <a:lnTo>
                      <a:pt x="3300" y="3434"/>
                    </a:lnTo>
                    <a:lnTo>
                      <a:pt x="3437" y="3355"/>
                    </a:lnTo>
                    <a:cubicBezTo>
                      <a:pt x="3407" y="3312"/>
                      <a:pt x="3416" y="3262"/>
                      <a:pt x="3473" y="3226"/>
                    </a:cubicBezTo>
                    <a:cubicBezTo>
                      <a:pt x="3513" y="3204"/>
                      <a:pt x="3563" y="3193"/>
                      <a:pt x="3613" y="3193"/>
                    </a:cubicBezTo>
                    <a:cubicBezTo>
                      <a:pt x="3662" y="3193"/>
                      <a:pt x="3710" y="3204"/>
                      <a:pt x="3746" y="3226"/>
                    </a:cubicBezTo>
                    <a:cubicBezTo>
                      <a:pt x="3818" y="3269"/>
                      <a:pt x="3818" y="3340"/>
                      <a:pt x="3746" y="3383"/>
                    </a:cubicBezTo>
                    <a:cubicBezTo>
                      <a:pt x="3710" y="3406"/>
                      <a:pt x="3662" y="3417"/>
                      <a:pt x="3614" y="3417"/>
                    </a:cubicBezTo>
                    <a:cubicBezTo>
                      <a:pt x="3586" y="3417"/>
                      <a:pt x="3557" y="3413"/>
                      <a:pt x="3530" y="3405"/>
                    </a:cubicBezTo>
                    <a:lnTo>
                      <a:pt x="3394" y="3484"/>
                    </a:lnTo>
                    <a:lnTo>
                      <a:pt x="3652" y="3635"/>
                    </a:lnTo>
                    <a:cubicBezTo>
                      <a:pt x="3685" y="3656"/>
                      <a:pt x="3727" y="3667"/>
                      <a:pt x="3768" y="3667"/>
                    </a:cubicBezTo>
                    <a:cubicBezTo>
                      <a:pt x="3809" y="3667"/>
                      <a:pt x="3850" y="3656"/>
                      <a:pt x="3882" y="3635"/>
                    </a:cubicBezTo>
                    <a:lnTo>
                      <a:pt x="6297" y="2234"/>
                    </a:lnTo>
                    <a:cubicBezTo>
                      <a:pt x="6363" y="2198"/>
                      <a:pt x="6363" y="2141"/>
                      <a:pt x="6297" y="2098"/>
                    </a:cubicBezTo>
                    <a:lnTo>
                      <a:pt x="5636" y="1716"/>
                    </a:lnTo>
                    <a:lnTo>
                      <a:pt x="5234" y="1485"/>
                    </a:lnTo>
                    <a:lnTo>
                      <a:pt x="4960" y="1328"/>
                    </a:lnTo>
                    <a:lnTo>
                      <a:pt x="4687" y="1169"/>
                    </a:lnTo>
                    <a:lnTo>
                      <a:pt x="4415" y="1011"/>
                    </a:lnTo>
                    <a:lnTo>
                      <a:pt x="4141" y="854"/>
                    </a:lnTo>
                    <a:lnTo>
                      <a:pt x="3868" y="695"/>
                    </a:lnTo>
                    <a:lnTo>
                      <a:pt x="3595" y="536"/>
                    </a:lnTo>
                    <a:lnTo>
                      <a:pt x="3321" y="379"/>
                    </a:lnTo>
                    <a:lnTo>
                      <a:pt x="3042" y="221"/>
                    </a:lnTo>
                    <a:lnTo>
                      <a:pt x="2769" y="62"/>
                    </a:lnTo>
                    <a:lnTo>
                      <a:pt x="2710" y="27"/>
                    </a:lnTo>
                    <a:cubicBezTo>
                      <a:pt x="2679" y="9"/>
                      <a:pt x="2635" y="0"/>
                      <a:pt x="25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847;p41"/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848;p41"/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" name="Google Shape;849;p41"/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" name="Google Shape;850;p41"/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" name="Google Shape;851;p41"/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852;p41"/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853;p41"/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854;p41"/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855;p41"/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extrusionOk="0">
                    <a:moveTo>
                      <a:pt x="1474" y="1"/>
                    </a:moveTo>
                    <a:lnTo>
                      <a:pt x="1" y="85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856;p41"/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fill="none" extrusionOk="0">
                    <a:moveTo>
                      <a:pt x="1474" y="1"/>
                    </a:moveTo>
                    <a:lnTo>
                      <a:pt x="1" y="85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7" name="Google Shape;857;p41"/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extrusionOk="0">
                    <a:moveTo>
                      <a:pt x="296" y="0"/>
                    </a:moveTo>
                    <a:lnTo>
                      <a:pt x="1" y="17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8" name="Google Shape;858;p41"/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fill="none" extrusionOk="0">
                    <a:moveTo>
                      <a:pt x="296" y="0"/>
                    </a:moveTo>
                    <a:lnTo>
                      <a:pt x="1" y="17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859;p41"/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60;p41"/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" name="Google Shape;861;p41"/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" name="Google Shape;862;p41"/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" name="Google Shape;863;p41"/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864;p41"/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865;p41"/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" name="Google Shape;866;p41"/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" name="Google Shape;867;p41"/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" name="Google Shape;868;p41"/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69;p41"/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870;p41"/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" name="Google Shape;871;p41"/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872;p41"/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873;p41"/>
              <p:cNvSpPr/>
              <p:nvPr/>
            </p:nvSpPr>
            <p:spPr>
              <a:xfrm>
                <a:off x="2653000" y="3759078"/>
                <a:ext cx="677784" cy="389859"/>
              </a:xfrm>
              <a:custGeom>
                <a:avLst/>
                <a:gdLst/>
                <a:ahLst/>
                <a:cxnLst/>
                <a:rect l="l" t="t" r="r" b="b"/>
                <a:pathLst>
                  <a:path w="6370" h="3664" extrusionOk="0">
                    <a:moveTo>
                      <a:pt x="2596" y="0"/>
                    </a:moveTo>
                    <a:cubicBezTo>
                      <a:pt x="2554" y="0"/>
                      <a:pt x="2513" y="9"/>
                      <a:pt x="2481" y="27"/>
                    </a:cubicBezTo>
                    <a:lnTo>
                      <a:pt x="540" y="1156"/>
                    </a:lnTo>
                    <a:lnTo>
                      <a:pt x="318" y="1285"/>
                    </a:lnTo>
                    <a:cubicBezTo>
                      <a:pt x="302" y="1301"/>
                      <a:pt x="295" y="1307"/>
                      <a:pt x="281" y="1314"/>
                    </a:cubicBezTo>
                    <a:cubicBezTo>
                      <a:pt x="266" y="1321"/>
                      <a:pt x="259" y="1328"/>
                      <a:pt x="238" y="1328"/>
                    </a:cubicBezTo>
                    <a:lnTo>
                      <a:pt x="66" y="1430"/>
                    </a:lnTo>
                    <a:cubicBezTo>
                      <a:pt x="0" y="1466"/>
                      <a:pt x="0" y="1530"/>
                      <a:pt x="66" y="1566"/>
                    </a:cubicBezTo>
                    <a:lnTo>
                      <a:pt x="252" y="1673"/>
                    </a:lnTo>
                    <a:lnTo>
                      <a:pt x="331" y="1716"/>
                    </a:lnTo>
                    <a:lnTo>
                      <a:pt x="468" y="1639"/>
                    </a:lnTo>
                    <a:cubicBezTo>
                      <a:pt x="431" y="1596"/>
                      <a:pt x="447" y="1544"/>
                      <a:pt x="504" y="1509"/>
                    </a:cubicBezTo>
                    <a:cubicBezTo>
                      <a:pt x="539" y="1491"/>
                      <a:pt x="584" y="1478"/>
                      <a:pt x="627" y="1478"/>
                    </a:cubicBezTo>
                    <a:cubicBezTo>
                      <a:pt x="636" y="1478"/>
                      <a:pt x="645" y="1479"/>
                      <a:pt x="654" y="1480"/>
                    </a:cubicBezTo>
                    <a:cubicBezTo>
                      <a:pt x="697" y="1480"/>
                      <a:pt x="740" y="1494"/>
                      <a:pt x="770" y="1509"/>
                    </a:cubicBezTo>
                    <a:cubicBezTo>
                      <a:pt x="849" y="1552"/>
                      <a:pt x="849" y="1623"/>
                      <a:pt x="777" y="1666"/>
                    </a:cubicBezTo>
                    <a:cubicBezTo>
                      <a:pt x="756" y="1673"/>
                      <a:pt x="740" y="1682"/>
                      <a:pt x="720" y="1689"/>
                    </a:cubicBezTo>
                    <a:cubicBezTo>
                      <a:pt x="695" y="1696"/>
                      <a:pt x="667" y="1699"/>
                      <a:pt x="639" y="1699"/>
                    </a:cubicBezTo>
                    <a:cubicBezTo>
                      <a:pt x="611" y="1699"/>
                      <a:pt x="582" y="1696"/>
                      <a:pt x="554" y="1689"/>
                    </a:cubicBezTo>
                    <a:lnTo>
                      <a:pt x="418" y="1768"/>
                    </a:lnTo>
                    <a:lnTo>
                      <a:pt x="525" y="1832"/>
                    </a:lnTo>
                    <a:lnTo>
                      <a:pt x="806" y="1991"/>
                    </a:lnTo>
                    <a:lnTo>
                      <a:pt x="928" y="2061"/>
                    </a:lnTo>
                    <a:lnTo>
                      <a:pt x="1065" y="1984"/>
                    </a:lnTo>
                    <a:cubicBezTo>
                      <a:pt x="1028" y="1941"/>
                      <a:pt x="1042" y="1889"/>
                      <a:pt x="1101" y="1854"/>
                    </a:cubicBezTo>
                    <a:cubicBezTo>
                      <a:pt x="1131" y="1836"/>
                      <a:pt x="1175" y="1823"/>
                      <a:pt x="1221" y="1823"/>
                    </a:cubicBezTo>
                    <a:cubicBezTo>
                      <a:pt x="1231" y="1823"/>
                      <a:pt x="1241" y="1824"/>
                      <a:pt x="1251" y="1825"/>
                    </a:cubicBezTo>
                    <a:cubicBezTo>
                      <a:pt x="1294" y="1825"/>
                      <a:pt x="1337" y="1832"/>
                      <a:pt x="1366" y="1854"/>
                    </a:cubicBezTo>
                    <a:cubicBezTo>
                      <a:pt x="1446" y="1897"/>
                      <a:pt x="1446" y="1968"/>
                      <a:pt x="1366" y="2011"/>
                    </a:cubicBezTo>
                    <a:cubicBezTo>
                      <a:pt x="1353" y="2018"/>
                      <a:pt x="1337" y="2027"/>
                      <a:pt x="1316" y="2034"/>
                    </a:cubicBezTo>
                    <a:cubicBezTo>
                      <a:pt x="1291" y="2041"/>
                      <a:pt x="1263" y="2044"/>
                      <a:pt x="1234" y="2044"/>
                    </a:cubicBezTo>
                    <a:cubicBezTo>
                      <a:pt x="1205" y="2044"/>
                      <a:pt x="1176" y="2041"/>
                      <a:pt x="1151" y="2034"/>
                    </a:cubicBezTo>
                    <a:lnTo>
                      <a:pt x="1015" y="2113"/>
                    </a:lnTo>
                    <a:lnTo>
                      <a:pt x="1078" y="2148"/>
                    </a:lnTo>
                    <a:lnTo>
                      <a:pt x="1353" y="2306"/>
                    </a:lnTo>
                    <a:lnTo>
                      <a:pt x="1517" y="2406"/>
                    </a:lnTo>
                    <a:lnTo>
                      <a:pt x="1661" y="2320"/>
                    </a:lnTo>
                    <a:cubicBezTo>
                      <a:pt x="1625" y="2286"/>
                      <a:pt x="1632" y="2234"/>
                      <a:pt x="1698" y="2199"/>
                    </a:cubicBezTo>
                    <a:cubicBezTo>
                      <a:pt x="1732" y="2177"/>
                      <a:pt x="1791" y="2163"/>
                      <a:pt x="1841" y="2163"/>
                    </a:cubicBezTo>
                    <a:cubicBezTo>
                      <a:pt x="1884" y="2170"/>
                      <a:pt x="1927" y="2177"/>
                      <a:pt x="1963" y="2199"/>
                    </a:cubicBezTo>
                    <a:cubicBezTo>
                      <a:pt x="2043" y="2242"/>
                      <a:pt x="2043" y="2313"/>
                      <a:pt x="1963" y="2356"/>
                    </a:cubicBezTo>
                    <a:cubicBezTo>
                      <a:pt x="1948" y="2363"/>
                      <a:pt x="1927" y="2372"/>
                      <a:pt x="1913" y="2379"/>
                    </a:cubicBezTo>
                    <a:cubicBezTo>
                      <a:pt x="1884" y="2386"/>
                      <a:pt x="1855" y="2389"/>
                      <a:pt x="1827" y="2389"/>
                    </a:cubicBezTo>
                    <a:cubicBezTo>
                      <a:pt x="1799" y="2389"/>
                      <a:pt x="1773" y="2386"/>
                      <a:pt x="1748" y="2379"/>
                    </a:cubicBezTo>
                    <a:lnTo>
                      <a:pt x="1611" y="2458"/>
                    </a:lnTo>
                    <a:lnTo>
                      <a:pt x="1625" y="2465"/>
                    </a:lnTo>
                    <a:lnTo>
                      <a:pt x="2020" y="2694"/>
                    </a:lnTo>
                    <a:lnTo>
                      <a:pt x="2113" y="2744"/>
                    </a:lnTo>
                    <a:lnTo>
                      <a:pt x="2250" y="2665"/>
                    </a:lnTo>
                    <a:cubicBezTo>
                      <a:pt x="2222" y="2631"/>
                      <a:pt x="2229" y="2579"/>
                      <a:pt x="2286" y="2544"/>
                    </a:cubicBezTo>
                    <a:cubicBezTo>
                      <a:pt x="2326" y="2523"/>
                      <a:pt x="2376" y="2512"/>
                      <a:pt x="2426" y="2512"/>
                    </a:cubicBezTo>
                    <a:cubicBezTo>
                      <a:pt x="2475" y="2512"/>
                      <a:pt x="2524" y="2523"/>
                      <a:pt x="2560" y="2544"/>
                    </a:cubicBezTo>
                    <a:cubicBezTo>
                      <a:pt x="2631" y="2587"/>
                      <a:pt x="2631" y="2651"/>
                      <a:pt x="2560" y="2701"/>
                    </a:cubicBezTo>
                    <a:cubicBezTo>
                      <a:pt x="2524" y="2719"/>
                      <a:pt x="2478" y="2729"/>
                      <a:pt x="2432" y="2729"/>
                    </a:cubicBezTo>
                    <a:cubicBezTo>
                      <a:pt x="2402" y="2729"/>
                      <a:pt x="2372" y="2725"/>
                      <a:pt x="2345" y="2717"/>
                    </a:cubicBezTo>
                    <a:lnTo>
                      <a:pt x="2207" y="2803"/>
                    </a:lnTo>
                    <a:lnTo>
                      <a:pt x="2710" y="3089"/>
                    </a:lnTo>
                    <a:lnTo>
                      <a:pt x="2847" y="3010"/>
                    </a:lnTo>
                    <a:cubicBezTo>
                      <a:pt x="2810" y="2967"/>
                      <a:pt x="2826" y="2917"/>
                      <a:pt x="2883" y="2889"/>
                    </a:cubicBezTo>
                    <a:cubicBezTo>
                      <a:pt x="2923" y="2868"/>
                      <a:pt x="2971" y="2857"/>
                      <a:pt x="3020" y="2857"/>
                    </a:cubicBezTo>
                    <a:cubicBezTo>
                      <a:pt x="3068" y="2857"/>
                      <a:pt x="3117" y="2868"/>
                      <a:pt x="3155" y="2889"/>
                    </a:cubicBezTo>
                    <a:cubicBezTo>
                      <a:pt x="3228" y="2932"/>
                      <a:pt x="3228" y="2996"/>
                      <a:pt x="3155" y="3039"/>
                    </a:cubicBezTo>
                    <a:cubicBezTo>
                      <a:pt x="3120" y="3062"/>
                      <a:pt x="3072" y="3073"/>
                      <a:pt x="3024" y="3073"/>
                    </a:cubicBezTo>
                    <a:cubicBezTo>
                      <a:pt x="2995" y="3073"/>
                      <a:pt x="2967" y="3070"/>
                      <a:pt x="2940" y="3062"/>
                    </a:cubicBezTo>
                    <a:lnTo>
                      <a:pt x="2797" y="3140"/>
                    </a:lnTo>
                    <a:lnTo>
                      <a:pt x="3307" y="3434"/>
                    </a:lnTo>
                    <a:lnTo>
                      <a:pt x="3444" y="3355"/>
                    </a:lnTo>
                    <a:cubicBezTo>
                      <a:pt x="3407" y="3312"/>
                      <a:pt x="3423" y="3262"/>
                      <a:pt x="3480" y="3226"/>
                    </a:cubicBezTo>
                    <a:cubicBezTo>
                      <a:pt x="3516" y="3204"/>
                      <a:pt x="3564" y="3193"/>
                      <a:pt x="3613" y="3193"/>
                    </a:cubicBezTo>
                    <a:cubicBezTo>
                      <a:pt x="3663" y="3193"/>
                      <a:pt x="3713" y="3204"/>
                      <a:pt x="3752" y="3226"/>
                    </a:cubicBezTo>
                    <a:cubicBezTo>
                      <a:pt x="3825" y="3269"/>
                      <a:pt x="3825" y="3341"/>
                      <a:pt x="3752" y="3384"/>
                    </a:cubicBezTo>
                    <a:cubicBezTo>
                      <a:pt x="3717" y="3407"/>
                      <a:pt x="3666" y="3418"/>
                      <a:pt x="3616" y="3418"/>
                    </a:cubicBezTo>
                    <a:cubicBezTo>
                      <a:pt x="3586" y="3418"/>
                      <a:pt x="3557" y="3415"/>
                      <a:pt x="3530" y="3407"/>
                    </a:cubicBezTo>
                    <a:lnTo>
                      <a:pt x="3394" y="3485"/>
                    </a:lnTo>
                    <a:lnTo>
                      <a:pt x="3659" y="3636"/>
                    </a:lnTo>
                    <a:cubicBezTo>
                      <a:pt x="3692" y="3654"/>
                      <a:pt x="3733" y="3664"/>
                      <a:pt x="3775" y="3664"/>
                    </a:cubicBezTo>
                    <a:cubicBezTo>
                      <a:pt x="3816" y="3664"/>
                      <a:pt x="3857" y="3654"/>
                      <a:pt x="3889" y="3636"/>
                    </a:cubicBezTo>
                    <a:lnTo>
                      <a:pt x="6304" y="2234"/>
                    </a:lnTo>
                    <a:cubicBezTo>
                      <a:pt x="6369" y="2199"/>
                      <a:pt x="6369" y="2141"/>
                      <a:pt x="6304" y="2098"/>
                    </a:cubicBezTo>
                    <a:lnTo>
                      <a:pt x="2710" y="27"/>
                    </a:lnTo>
                    <a:cubicBezTo>
                      <a:pt x="2678" y="9"/>
                      <a:pt x="2637" y="0"/>
                      <a:pt x="2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874;p41"/>
              <p:cNvSpPr/>
              <p:nvPr/>
            </p:nvSpPr>
            <p:spPr>
              <a:xfrm>
                <a:off x="2678324" y="3895806"/>
                <a:ext cx="851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80" h="44" extrusionOk="0">
                    <a:moveTo>
                      <a:pt x="80" y="0"/>
                    </a:moveTo>
                    <a:lnTo>
                      <a:pt x="0" y="43"/>
                    </a:lnTo>
                    <a:cubicBezTo>
                      <a:pt x="21" y="43"/>
                      <a:pt x="28" y="36"/>
                      <a:pt x="43" y="29"/>
                    </a:cubicBezTo>
                    <a:cubicBezTo>
                      <a:pt x="57" y="22"/>
                      <a:pt x="64" y="16"/>
                      <a:pt x="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875;p41"/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1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876;p41"/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1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877;p41"/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878;p41"/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879;p41"/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extrusionOk="0">
                    <a:moveTo>
                      <a:pt x="1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" name="Google Shape;880;p41"/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fill="none" extrusionOk="0">
                    <a:moveTo>
                      <a:pt x="1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881;p41"/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882;p41"/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" name="Google Shape;883;p41"/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884;p41"/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" name="Google Shape;885;p41"/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886;p41"/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887;p41"/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888;p41"/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" name="Google Shape;889;p41"/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" name="Google Shape;890;p41"/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" name="Google Shape;891;p41"/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" name="Google Shape;892;p41"/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" name="Google Shape;893;p41"/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" name="Google Shape;894;p41"/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" name="Google Shape;895;p41"/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" name="Google Shape;896;p41"/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7" name="Google Shape;897;p41"/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" name="Google Shape;898;p41"/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" name="Google Shape;899;p41"/>
              <p:cNvSpPr/>
              <p:nvPr/>
            </p:nvSpPr>
            <p:spPr>
              <a:xfrm>
                <a:off x="2142903" y="2496177"/>
                <a:ext cx="3192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30" h="9" extrusionOk="0">
                    <a:moveTo>
                      <a:pt x="0" y="0"/>
                    </a:moveTo>
                    <a:cubicBezTo>
                      <a:pt x="7" y="0"/>
                      <a:pt x="23" y="0"/>
                      <a:pt x="29" y="9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900;p41"/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901;p41"/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902;p41"/>
              <p:cNvSpPr/>
              <p:nvPr/>
            </p:nvSpPr>
            <p:spPr>
              <a:xfrm>
                <a:off x="1264863" y="2496177"/>
                <a:ext cx="1055619" cy="1184898"/>
              </a:xfrm>
              <a:custGeom>
                <a:avLst/>
                <a:gdLst/>
                <a:ahLst/>
                <a:cxnLst/>
                <a:rect l="l" t="t" r="r" b="b"/>
                <a:pathLst>
                  <a:path w="9921" h="11136" extrusionOk="0">
                    <a:moveTo>
                      <a:pt x="8230" y="366"/>
                    </a:moveTo>
                    <a:cubicBezTo>
                      <a:pt x="8252" y="366"/>
                      <a:pt x="8270" y="384"/>
                      <a:pt x="8281" y="411"/>
                    </a:cubicBezTo>
                    <a:lnTo>
                      <a:pt x="9611" y="5736"/>
                    </a:lnTo>
                    <a:cubicBezTo>
                      <a:pt x="9618" y="5772"/>
                      <a:pt x="9603" y="5822"/>
                      <a:pt x="9568" y="5845"/>
                    </a:cubicBezTo>
                    <a:lnTo>
                      <a:pt x="1647" y="10416"/>
                    </a:lnTo>
                    <a:cubicBezTo>
                      <a:pt x="1639" y="10422"/>
                      <a:pt x="1631" y="10424"/>
                      <a:pt x="1622" y="10424"/>
                    </a:cubicBezTo>
                    <a:cubicBezTo>
                      <a:pt x="1600" y="10424"/>
                      <a:pt x="1577" y="10405"/>
                      <a:pt x="1567" y="10373"/>
                    </a:cubicBezTo>
                    <a:lnTo>
                      <a:pt x="244" y="5055"/>
                    </a:lnTo>
                    <a:cubicBezTo>
                      <a:pt x="230" y="5012"/>
                      <a:pt x="253" y="4968"/>
                      <a:pt x="280" y="4946"/>
                    </a:cubicBezTo>
                    <a:lnTo>
                      <a:pt x="8202" y="374"/>
                    </a:lnTo>
                    <a:cubicBezTo>
                      <a:pt x="8212" y="369"/>
                      <a:pt x="8221" y="366"/>
                      <a:pt x="8230" y="366"/>
                    </a:cubicBezTo>
                    <a:close/>
                    <a:moveTo>
                      <a:pt x="8266" y="0"/>
                    </a:moveTo>
                    <a:cubicBezTo>
                      <a:pt x="8238" y="0"/>
                      <a:pt x="8209" y="9"/>
                      <a:pt x="8180" y="22"/>
                    </a:cubicBezTo>
                    <a:lnTo>
                      <a:pt x="144" y="4658"/>
                    </a:lnTo>
                    <a:cubicBezTo>
                      <a:pt x="51" y="4717"/>
                      <a:pt x="1" y="4860"/>
                      <a:pt x="28" y="4975"/>
                    </a:cubicBezTo>
                    <a:lnTo>
                      <a:pt x="1531" y="10998"/>
                    </a:lnTo>
                    <a:cubicBezTo>
                      <a:pt x="1531" y="11006"/>
                      <a:pt x="1538" y="11013"/>
                      <a:pt x="1538" y="11020"/>
                    </a:cubicBezTo>
                    <a:lnTo>
                      <a:pt x="1538" y="11027"/>
                    </a:lnTo>
                    <a:cubicBezTo>
                      <a:pt x="1547" y="11041"/>
                      <a:pt x="1553" y="11056"/>
                      <a:pt x="1560" y="11070"/>
                    </a:cubicBezTo>
                    <a:lnTo>
                      <a:pt x="1567" y="11070"/>
                    </a:lnTo>
                    <a:cubicBezTo>
                      <a:pt x="1567" y="11077"/>
                      <a:pt x="1574" y="11084"/>
                      <a:pt x="1581" y="11093"/>
                    </a:cubicBezTo>
                    <a:cubicBezTo>
                      <a:pt x="1581" y="11093"/>
                      <a:pt x="1590" y="11099"/>
                      <a:pt x="1597" y="11106"/>
                    </a:cubicBezTo>
                    <a:cubicBezTo>
                      <a:pt x="1604" y="11106"/>
                      <a:pt x="1604" y="11113"/>
                      <a:pt x="1610" y="11113"/>
                    </a:cubicBezTo>
                    <a:lnTo>
                      <a:pt x="1617" y="11120"/>
                    </a:lnTo>
                    <a:lnTo>
                      <a:pt x="1624" y="11120"/>
                    </a:lnTo>
                    <a:cubicBezTo>
                      <a:pt x="1633" y="11127"/>
                      <a:pt x="1633" y="11127"/>
                      <a:pt x="1640" y="11127"/>
                    </a:cubicBezTo>
                    <a:cubicBezTo>
                      <a:pt x="1647" y="11127"/>
                      <a:pt x="1654" y="11136"/>
                      <a:pt x="1654" y="11136"/>
                    </a:cubicBezTo>
                    <a:lnTo>
                      <a:pt x="1667" y="11136"/>
                    </a:lnTo>
                    <a:lnTo>
                      <a:pt x="1667" y="11093"/>
                    </a:lnTo>
                    <a:cubicBezTo>
                      <a:pt x="1667" y="11056"/>
                      <a:pt x="1690" y="11020"/>
                      <a:pt x="1740" y="10991"/>
                    </a:cubicBezTo>
                    <a:lnTo>
                      <a:pt x="9775" y="6355"/>
                    </a:lnTo>
                    <a:cubicBezTo>
                      <a:pt x="9812" y="6333"/>
                      <a:pt x="9855" y="6319"/>
                      <a:pt x="9905" y="6312"/>
                    </a:cubicBezTo>
                    <a:cubicBezTo>
                      <a:pt x="9920" y="6262"/>
                      <a:pt x="9920" y="6210"/>
                      <a:pt x="9905" y="6160"/>
                    </a:cubicBezTo>
                    <a:lnTo>
                      <a:pt x="8404" y="145"/>
                    </a:lnTo>
                    <a:cubicBezTo>
                      <a:pt x="8388" y="66"/>
                      <a:pt x="8338" y="16"/>
                      <a:pt x="8288" y="9"/>
                    </a:cubicBezTo>
                    <a:cubicBezTo>
                      <a:pt x="8281" y="9"/>
                      <a:pt x="8275" y="9"/>
                      <a:pt x="8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" name="Google Shape;903;p41"/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904;p41"/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" name="Google Shape;905;p41"/>
              <p:cNvSpPr/>
              <p:nvPr/>
            </p:nvSpPr>
            <p:spPr>
              <a:xfrm>
                <a:off x="1250392" y="2493623"/>
                <a:ext cx="893994" cy="1187452"/>
              </a:xfrm>
              <a:custGeom>
                <a:avLst/>
                <a:gdLst/>
                <a:ahLst/>
                <a:cxnLst/>
                <a:rect l="l" t="t" r="r" b="b"/>
                <a:pathLst>
                  <a:path w="8402" h="11160" extrusionOk="0">
                    <a:moveTo>
                      <a:pt x="8258" y="1"/>
                    </a:moveTo>
                    <a:cubicBezTo>
                      <a:pt x="8234" y="1"/>
                      <a:pt x="8207" y="9"/>
                      <a:pt x="8179" y="24"/>
                    </a:cubicBezTo>
                    <a:lnTo>
                      <a:pt x="151" y="4661"/>
                    </a:lnTo>
                    <a:cubicBezTo>
                      <a:pt x="51" y="4711"/>
                      <a:pt x="1" y="4854"/>
                      <a:pt x="28" y="4977"/>
                    </a:cubicBezTo>
                    <a:lnTo>
                      <a:pt x="1531" y="10994"/>
                    </a:lnTo>
                    <a:cubicBezTo>
                      <a:pt x="1553" y="11073"/>
                      <a:pt x="1603" y="11123"/>
                      <a:pt x="1660" y="11130"/>
                    </a:cubicBezTo>
                    <a:cubicBezTo>
                      <a:pt x="1703" y="11137"/>
                      <a:pt x="1746" y="11151"/>
                      <a:pt x="1790" y="11160"/>
                    </a:cubicBezTo>
                    <a:cubicBezTo>
                      <a:pt x="1790" y="11160"/>
                      <a:pt x="1783" y="11151"/>
                      <a:pt x="1776" y="11151"/>
                    </a:cubicBezTo>
                    <a:cubicBezTo>
                      <a:pt x="1769" y="11151"/>
                      <a:pt x="1769" y="11151"/>
                      <a:pt x="1760" y="11144"/>
                    </a:cubicBezTo>
                    <a:lnTo>
                      <a:pt x="1753" y="11144"/>
                    </a:lnTo>
                    <a:lnTo>
                      <a:pt x="1746" y="11137"/>
                    </a:lnTo>
                    <a:cubicBezTo>
                      <a:pt x="1740" y="11137"/>
                      <a:pt x="1740" y="11130"/>
                      <a:pt x="1733" y="11130"/>
                    </a:cubicBezTo>
                    <a:cubicBezTo>
                      <a:pt x="1726" y="11123"/>
                      <a:pt x="1717" y="11117"/>
                      <a:pt x="1717" y="11117"/>
                    </a:cubicBezTo>
                    <a:cubicBezTo>
                      <a:pt x="1710" y="11108"/>
                      <a:pt x="1703" y="11101"/>
                      <a:pt x="1703" y="11094"/>
                    </a:cubicBezTo>
                    <a:lnTo>
                      <a:pt x="1696" y="11094"/>
                    </a:lnTo>
                    <a:cubicBezTo>
                      <a:pt x="1689" y="11080"/>
                      <a:pt x="1683" y="11065"/>
                      <a:pt x="1674" y="11051"/>
                    </a:cubicBezTo>
                    <a:lnTo>
                      <a:pt x="1674" y="11044"/>
                    </a:lnTo>
                    <a:cubicBezTo>
                      <a:pt x="1674" y="11037"/>
                      <a:pt x="1667" y="11030"/>
                      <a:pt x="1667" y="11022"/>
                    </a:cubicBezTo>
                    <a:lnTo>
                      <a:pt x="164" y="4999"/>
                    </a:lnTo>
                    <a:cubicBezTo>
                      <a:pt x="137" y="4884"/>
                      <a:pt x="187" y="4741"/>
                      <a:pt x="280" y="4682"/>
                    </a:cubicBezTo>
                    <a:lnTo>
                      <a:pt x="8316" y="46"/>
                    </a:lnTo>
                    <a:cubicBezTo>
                      <a:pt x="8345" y="33"/>
                      <a:pt x="8374" y="24"/>
                      <a:pt x="8402" y="24"/>
                    </a:cubicBezTo>
                    <a:lnTo>
                      <a:pt x="8381" y="24"/>
                    </a:lnTo>
                    <a:cubicBezTo>
                      <a:pt x="8374" y="17"/>
                      <a:pt x="8359" y="17"/>
                      <a:pt x="8352" y="17"/>
                    </a:cubicBezTo>
                    <a:cubicBezTo>
                      <a:pt x="8324" y="10"/>
                      <a:pt x="8302" y="3"/>
                      <a:pt x="8281" y="3"/>
                    </a:cubicBezTo>
                    <a:cubicBezTo>
                      <a:pt x="8274" y="2"/>
                      <a:pt x="8266" y="1"/>
                      <a:pt x="82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" name="Google Shape;906;p41"/>
              <p:cNvSpPr/>
              <p:nvPr/>
            </p:nvSpPr>
            <p:spPr>
              <a:xfrm>
                <a:off x="1289336" y="2535120"/>
                <a:ext cx="999013" cy="1070303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10059" extrusionOk="0">
                    <a:moveTo>
                      <a:pt x="8000" y="0"/>
                    </a:moveTo>
                    <a:cubicBezTo>
                      <a:pt x="7991" y="0"/>
                      <a:pt x="7982" y="3"/>
                      <a:pt x="7972" y="8"/>
                    </a:cubicBezTo>
                    <a:lnTo>
                      <a:pt x="50" y="4580"/>
                    </a:lnTo>
                    <a:cubicBezTo>
                      <a:pt x="23" y="4602"/>
                      <a:pt x="0" y="4646"/>
                      <a:pt x="14" y="4689"/>
                    </a:cubicBezTo>
                    <a:lnTo>
                      <a:pt x="1337" y="10007"/>
                    </a:lnTo>
                    <a:cubicBezTo>
                      <a:pt x="1347" y="10039"/>
                      <a:pt x="1370" y="10058"/>
                      <a:pt x="1392" y="10058"/>
                    </a:cubicBezTo>
                    <a:cubicBezTo>
                      <a:pt x="1401" y="10058"/>
                      <a:pt x="1409" y="10056"/>
                      <a:pt x="1417" y="10050"/>
                    </a:cubicBezTo>
                    <a:lnTo>
                      <a:pt x="9338" y="5479"/>
                    </a:lnTo>
                    <a:cubicBezTo>
                      <a:pt x="9373" y="5456"/>
                      <a:pt x="9388" y="5406"/>
                      <a:pt x="9381" y="5370"/>
                    </a:cubicBezTo>
                    <a:lnTo>
                      <a:pt x="8051" y="45"/>
                    </a:lnTo>
                    <a:cubicBezTo>
                      <a:pt x="8040" y="18"/>
                      <a:pt x="8022" y="0"/>
                      <a:pt x="80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907;p41"/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908;p41"/>
              <p:cNvSpPr/>
              <p:nvPr/>
            </p:nvSpPr>
            <p:spPr>
              <a:xfrm>
                <a:off x="1442237" y="3488281"/>
                <a:ext cx="1405896" cy="527969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4962" extrusionOk="0">
                    <a:moveTo>
                      <a:pt x="13213" y="0"/>
                    </a:moveTo>
                    <a:cubicBezTo>
                      <a:pt x="13213" y="28"/>
                      <a:pt x="13206" y="50"/>
                      <a:pt x="13184" y="71"/>
                    </a:cubicBezTo>
                    <a:cubicBezTo>
                      <a:pt x="13177" y="78"/>
                      <a:pt x="13170" y="87"/>
                      <a:pt x="13154" y="93"/>
                    </a:cubicBezTo>
                    <a:cubicBezTo>
                      <a:pt x="13154" y="93"/>
                      <a:pt x="13147" y="100"/>
                      <a:pt x="13141" y="100"/>
                    </a:cubicBezTo>
                    <a:lnTo>
                      <a:pt x="5105" y="4736"/>
                    </a:lnTo>
                    <a:cubicBezTo>
                      <a:pt x="5057" y="4766"/>
                      <a:pt x="4992" y="4781"/>
                      <a:pt x="4929" y="4781"/>
                    </a:cubicBezTo>
                    <a:cubicBezTo>
                      <a:pt x="4870" y="4781"/>
                      <a:pt x="4812" y="4768"/>
                      <a:pt x="4767" y="4744"/>
                    </a:cubicBezTo>
                    <a:lnTo>
                      <a:pt x="73" y="1869"/>
                    </a:lnTo>
                    <a:cubicBezTo>
                      <a:pt x="43" y="1846"/>
                      <a:pt x="23" y="1832"/>
                      <a:pt x="16" y="1812"/>
                    </a:cubicBezTo>
                    <a:lnTo>
                      <a:pt x="0" y="1812"/>
                    </a:lnTo>
                    <a:lnTo>
                      <a:pt x="0" y="2091"/>
                    </a:lnTo>
                    <a:cubicBezTo>
                      <a:pt x="0" y="2127"/>
                      <a:pt x="23" y="2164"/>
                      <a:pt x="73" y="2191"/>
                    </a:cubicBezTo>
                    <a:lnTo>
                      <a:pt x="4767" y="4924"/>
                    </a:lnTo>
                    <a:cubicBezTo>
                      <a:pt x="4813" y="4949"/>
                      <a:pt x="4876" y="4961"/>
                      <a:pt x="4939" y="4961"/>
                    </a:cubicBezTo>
                    <a:cubicBezTo>
                      <a:pt x="5002" y="4961"/>
                      <a:pt x="5065" y="4949"/>
                      <a:pt x="5112" y="4924"/>
                    </a:cubicBezTo>
                    <a:lnTo>
                      <a:pt x="13141" y="280"/>
                    </a:lnTo>
                    <a:cubicBezTo>
                      <a:pt x="13191" y="259"/>
                      <a:pt x="13213" y="223"/>
                      <a:pt x="13213" y="187"/>
                    </a:cubicBezTo>
                    <a:lnTo>
                      <a:pt x="132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909;p41"/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" name="Google Shape;910;p41"/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" name="Google Shape;911;p41"/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912;p41"/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913;p41"/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914;p41"/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" name="Google Shape;915;p41"/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" name="Google Shape;916;p41"/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917;p41"/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918;p41"/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919;p41"/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920;p41"/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" name="Google Shape;921;p41"/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" name="Google Shape;922;p41"/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" name="Google Shape;923;p41"/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" name="Google Shape;924;p41"/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" name="Google Shape;925;p41"/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926;p41"/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" name="Google Shape;927;p41"/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" name="Google Shape;928;p41"/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" name="Google Shape;929;p41"/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" name="Google Shape;930;p41"/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" name="Google Shape;931;p41"/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" name="Google Shape;932;p41"/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" name="Google Shape;933;p41"/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" name="Google Shape;934;p41"/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" name="Google Shape;935;p41"/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" name="Google Shape;936;p41"/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" name="Google Shape;937;p41"/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" name="Google Shape;938;p41"/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" name="Google Shape;939;p41"/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" name="Google Shape;940;p41"/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" name="Google Shape;941;p41"/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" name="Google Shape;942;p41"/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" name="Google Shape;943;p41"/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" name="Google Shape;944;p41"/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" name="Google Shape;945;p41"/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" name="Google Shape;946;p41"/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" name="Google Shape;947;p41"/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" name="Google Shape;948;p41"/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" name="Google Shape;949;p41"/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" name="Google Shape;950;p41"/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" name="Google Shape;951;p41"/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" name="Google Shape;952;p41"/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" name="Google Shape;953;p41"/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" name="Google Shape;954;p41"/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" name="Google Shape;955;p41"/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" name="Google Shape;956;p41"/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" name="Google Shape;957;p41"/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" name="Google Shape;958;p41"/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9" name="Google Shape;959;p41"/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0" name="Google Shape;960;p41"/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1" name="Google Shape;961;p41"/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2" name="Google Shape;962;p41"/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3" name="Google Shape;963;p41"/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4" name="Google Shape;964;p41"/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5" name="Google Shape;965;p41"/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6" name="Google Shape;966;p41"/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967;p41"/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8" name="Google Shape;968;p41"/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9" name="Google Shape;969;p41"/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970;p41"/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971;p41"/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2" name="Google Shape;972;p41"/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3" name="Google Shape;973;p41"/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974;p41"/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975;p41"/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976;p41"/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7" name="Google Shape;977;p41"/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8" name="Google Shape;978;p41"/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" name="Google Shape;979;p41"/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0" name="Google Shape;980;p41"/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1" name="Google Shape;981;p41"/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2" name="Google Shape;982;p41"/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3" name="Google Shape;983;p41"/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4" name="Google Shape;984;p41"/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" name="Google Shape;985;p41"/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" name="Google Shape;986;p41"/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7" name="Google Shape;987;p41"/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8" name="Google Shape;988;p41"/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9" name="Google Shape;989;p41"/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0" name="Google Shape;990;p41"/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1" name="Google Shape;991;p41"/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" name="Google Shape;992;p41"/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" name="Google Shape;993;p41"/>
              <p:cNvSpPr/>
              <p:nvPr/>
            </p:nvSpPr>
            <p:spPr>
              <a:xfrm>
                <a:off x="1442237" y="3167582"/>
                <a:ext cx="1405896" cy="829407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7795" extrusionOk="0">
                    <a:moveTo>
                      <a:pt x="8426" y="368"/>
                    </a:moveTo>
                    <a:cubicBezTo>
                      <a:pt x="8460" y="368"/>
                      <a:pt x="8494" y="376"/>
                      <a:pt x="8519" y="390"/>
                    </a:cubicBezTo>
                    <a:lnTo>
                      <a:pt x="8555" y="411"/>
                    </a:lnTo>
                    <a:cubicBezTo>
                      <a:pt x="8605" y="440"/>
                      <a:pt x="8605" y="490"/>
                      <a:pt x="8555" y="520"/>
                    </a:cubicBezTo>
                    <a:lnTo>
                      <a:pt x="8296" y="670"/>
                    </a:lnTo>
                    <a:cubicBezTo>
                      <a:pt x="8271" y="685"/>
                      <a:pt x="8237" y="692"/>
                      <a:pt x="8203" y="692"/>
                    </a:cubicBezTo>
                    <a:cubicBezTo>
                      <a:pt x="8169" y="692"/>
                      <a:pt x="8134" y="685"/>
                      <a:pt x="8108" y="670"/>
                    </a:cubicBezTo>
                    <a:lnTo>
                      <a:pt x="8074" y="649"/>
                    </a:lnTo>
                    <a:cubicBezTo>
                      <a:pt x="8022" y="620"/>
                      <a:pt x="8022" y="570"/>
                      <a:pt x="8074" y="540"/>
                    </a:cubicBezTo>
                    <a:lnTo>
                      <a:pt x="8333" y="390"/>
                    </a:lnTo>
                    <a:cubicBezTo>
                      <a:pt x="8358" y="376"/>
                      <a:pt x="8392" y="368"/>
                      <a:pt x="8426" y="368"/>
                    </a:cubicBezTo>
                    <a:close/>
                    <a:moveTo>
                      <a:pt x="8735" y="548"/>
                    </a:moveTo>
                    <a:cubicBezTo>
                      <a:pt x="8769" y="548"/>
                      <a:pt x="8803" y="555"/>
                      <a:pt x="8828" y="570"/>
                    </a:cubicBezTo>
                    <a:lnTo>
                      <a:pt x="9043" y="692"/>
                    </a:lnTo>
                    <a:cubicBezTo>
                      <a:pt x="9093" y="729"/>
                      <a:pt x="9093" y="772"/>
                      <a:pt x="9036" y="799"/>
                    </a:cubicBezTo>
                    <a:lnTo>
                      <a:pt x="8778" y="951"/>
                    </a:lnTo>
                    <a:cubicBezTo>
                      <a:pt x="8753" y="965"/>
                      <a:pt x="8719" y="972"/>
                      <a:pt x="8685" y="972"/>
                    </a:cubicBezTo>
                    <a:cubicBezTo>
                      <a:pt x="8650" y="972"/>
                      <a:pt x="8616" y="965"/>
                      <a:pt x="8591" y="951"/>
                    </a:cubicBezTo>
                    <a:lnTo>
                      <a:pt x="8383" y="829"/>
                    </a:lnTo>
                    <a:cubicBezTo>
                      <a:pt x="8333" y="799"/>
                      <a:pt x="8333" y="749"/>
                      <a:pt x="8383" y="720"/>
                    </a:cubicBezTo>
                    <a:lnTo>
                      <a:pt x="8641" y="570"/>
                    </a:lnTo>
                    <a:cubicBezTo>
                      <a:pt x="8666" y="555"/>
                      <a:pt x="8701" y="548"/>
                      <a:pt x="8735" y="548"/>
                    </a:cubicBezTo>
                    <a:close/>
                    <a:moveTo>
                      <a:pt x="7896" y="677"/>
                    </a:moveTo>
                    <a:cubicBezTo>
                      <a:pt x="7929" y="677"/>
                      <a:pt x="7962" y="685"/>
                      <a:pt x="7988" y="699"/>
                    </a:cubicBezTo>
                    <a:lnTo>
                      <a:pt x="8022" y="720"/>
                    </a:lnTo>
                    <a:cubicBezTo>
                      <a:pt x="8074" y="749"/>
                      <a:pt x="8074" y="799"/>
                      <a:pt x="8022" y="829"/>
                    </a:cubicBezTo>
                    <a:lnTo>
                      <a:pt x="7786" y="965"/>
                    </a:lnTo>
                    <a:cubicBezTo>
                      <a:pt x="7761" y="980"/>
                      <a:pt x="7727" y="987"/>
                      <a:pt x="7693" y="987"/>
                    </a:cubicBezTo>
                    <a:cubicBezTo>
                      <a:pt x="7659" y="987"/>
                      <a:pt x="7624" y="980"/>
                      <a:pt x="7599" y="965"/>
                    </a:cubicBezTo>
                    <a:lnTo>
                      <a:pt x="7563" y="944"/>
                    </a:lnTo>
                    <a:cubicBezTo>
                      <a:pt x="7513" y="915"/>
                      <a:pt x="7513" y="865"/>
                      <a:pt x="7563" y="835"/>
                    </a:cubicBezTo>
                    <a:lnTo>
                      <a:pt x="7800" y="699"/>
                    </a:lnTo>
                    <a:cubicBezTo>
                      <a:pt x="7829" y="685"/>
                      <a:pt x="7863" y="677"/>
                      <a:pt x="7896" y="677"/>
                    </a:cubicBezTo>
                    <a:close/>
                    <a:moveTo>
                      <a:pt x="7386" y="972"/>
                    </a:moveTo>
                    <a:cubicBezTo>
                      <a:pt x="7420" y="972"/>
                      <a:pt x="7452" y="980"/>
                      <a:pt x="7477" y="994"/>
                    </a:cubicBezTo>
                    <a:lnTo>
                      <a:pt x="7513" y="1015"/>
                    </a:lnTo>
                    <a:cubicBezTo>
                      <a:pt x="7570" y="1044"/>
                      <a:pt x="7563" y="1094"/>
                      <a:pt x="7513" y="1124"/>
                    </a:cubicBezTo>
                    <a:lnTo>
                      <a:pt x="7304" y="1246"/>
                    </a:lnTo>
                    <a:cubicBezTo>
                      <a:pt x="7279" y="1260"/>
                      <a:pt x="7245" y="1267"/>
                      <a:pt x="7211" y="1267"/>
                    </a:cubicBezTo>
                    <a:cubicBezTo>
                      <a:pt x="7177" y="1267"/>
                      <a:pt x="7142" y="1260"/>
                      <a:pt x="7116" y="1246"/>
                    </a:cubicBezTo>
                    <a:lnTo>
                      <a:pt x="7082" y="1224"/>
                    </a:lnTo>
                    <a:cubicBezTo>
                      <a:pt x="7030" y="1194"/>
                      <a:pt x="7030" y="1144"/>
                      <a:pt x="7082" y="1117"/>
                    </a:cubicBezTo>
                    <a:lnTo>
                      <a:pt x="7289" y="994"/>
                    </a:lnTo>
                    <a:cubicBezTo>
                      <a:pt x="7318" y="980"/>
                      <a:pt x="7353" y="972"/>
                      <a:pt x="7386" y="972"/>
                    </a:cubicBezTo>
                    <a:close/>
                    <a:moveTo>
                      <a:pt x="8203" y="857"/>
                    </a:moveTo>
                    <a:cubicBezTo>
                      <a:pt x="8237" y="857"/>
                      <a:pt x="8271" y="864"/>
                      <a:pt x="8296" y="879"/>
                    </a:cubicBezTo>
                    <a:lnTo>
                      <a:pt x="8512" y="1001"/>
                    </a:lnTo>
                    <a:cubicBezTo>
                      <a:pt x="8562" y="1030"/>
                      <a:pt x="8562" y="1080"/>
                      <a:pt x="8512" y="1108"/>
                    </a:cubicBezTo>
                    <a:lnTo>
                      <a:pt x="8267" y="1246"/>
                    </a:lnTo>
                    <a:cubicBezTo>
                      <a:pt x="8242" y="1260"/>
                      <a:pt x="8208" y="1267"/>
                      <a:pt x="8174" y="1267"/>
                    </a:cubicBezTo>
                    <a:cubicBezTo>
                      <a:pt x="8140" y="1267"/>
                      <a:pt x="8106" y="1260"/>
                      <a:pt x="8081" y="1246"/>
                    </a:cubicBezTo>
                    <a:lnTo>
                      <a:pt x="7872" y="1124"/>
                    </a:lnTo>
                    <a:cubicBezTo>
                      <a:pt x="7822" y="1094"/>
                      <a:pt x="7822" y="1044"/>
                      <a:pt x="7872" y="1015"/>
                    </a:cubicBezTo>
                    <a:lnTo>
                      <a:pt x="8108" y="879"/>
                    </a:lnTo>
                    <a:cubicBezTo>
                      <a:pt x="8134" y="864"/>
                      <a:pt x="8169" y="857"/>
                      <a:pt x="8203" y="857"/>
                    </a:cubicBezTo>
                    <a:close/>
                    <a:moveTo>
                      <a:pt x="9216" y="829"/>
                    </a:moveTo>
                    <a:cubicBezTo>
                      <a:pt x="9250" y="829"/>
                      <a:pt x="9284" y="835"/>
                      <a:pt x="9309" y="849"/>
                    </a:cubicBezTo>
                    <a:lnTo>
                      <a:pt x="9547" y="987"/>
                    </a:lnTo>
                    <a:cubicBezTo>
                      <a:pt x="9597" y="1015"/>
                      <a:pt x="9597" y="1065"/>
                      <a:pt x="9547" y="1094"/>
                    </a:cubicBezTo>
                    <a:lnTo>
                      <a:pt x="9159" y="1324"/>
                    </a:lnTo>
                    <a:cubicBezTo>
                      <a:pt x="9134" y="1338"/>
                      <a:pt x="9100" y="1346"/>
                      <a:pt x="9066" y="1346"/>
                    </a:cubicBezTo>
                    <a:cubicBezTo>
                      <a:pt x="9031" y="1346"/>
                      <a:pt x="8997" y="1338"/>
                      <a:pt x="8971" y="1324"/>
                    </a:cubicBezTo>
                    <a:lnTo>
                      <a:pt x="8735" y="1180"/>
                    </a:lnTo>
                    <a:cubicBezTo>
                      <a:pt x="8685" y="1151"/>
                      <a:pt x="8685" y="1101"/>
                      <a:pt x="8735" y="1074"/>
                    </a:cubicBezTo>
                    <a:lnTo>
                      <a:pt x="9123" y="849"/>
                    </a:lnTo>
                    <a:cubicBezTo>
                      <a:pt x="9148" y="835"/>
                      <a:pt x="9182" y="829"/>
                      <a:pt x="9216" y="829"/>
                    </a:cubicBezTo>
                    <a:close/>
                    <a:moveTo>
                      <a:pt x="6901" y="1246"/>
                    </a:moveTo>
                    <a:cubicBezTo>
                      <a:pt x="6935" y="1246"/>
                      <a:pt x="6970" y="1256"/>
                      <a:pt x="6996" y="1274"/>
                    </a:cubicBezTo>
                    <a:lnTo>
                      <a:pt x="7030" y="1289"/>
                    </a:lnTo>
                    <a:cubicBezTo>
                      <a:pt x="7082" y="1317"/>
                      <a:pt x="7082" y="1367"/>
                      <a:pt x="7030" y="1396"/>
                    </a:cubicBezTo>
                    <a:lnTo>
                      <a:pt x="6808" y="1526"/>
                    </a:lnTo>
                    <a:cubicBezTo>
                      <a:pt x="6783" y="1540"/>
                      <a:pt x="6749" y="1547"/>
                      <a:pt x="6714" y="1547"/>
                    </a:cubicBezTo>
                    <a:cubicBezTo>
                      <a:pt x="6680" y="1547"/>
                      <a:pt x="6646" y="1540"/>
                      <a:pt x="6621" y="1526"/>
                    </a:cubicBezTo>
                    <a:lnTo>
                      <a:pt x="6592" y="1505"/>
                    </a:lnTo>
                    <a:cubicBezTo>
                      <a:pt x="6535" y="1475"/>
                      <a:pt x="6535" y="1425"/>
                      <a:pt x="6592" y="1396"/>
                    </a:cubicBezTo>
                    <a:lnTo>
                      <a:pt x="6808" y="1274"/>
                    </a:lnTo>
                    <a:cubicBezTo>
                      <a:pt x="6833" y="1256"/>
                      <a:pt x="6867" y="1246"/>
                      <a:pt x="6901" y="1246"/>
                    </a:cubicBezTo>
                    <a:close/>
                    <a:moveTo>
                      <a:pt x="7693" y="1152"/>
                    </a:moveTo>
                    <a:cubicBezTo>
                      <a:pt x="7727" y="1152"/>
                      <a:pt x="7761" y="1159"/>
                      <a:pt x="7786" y="1174"/>
                    </a:cubicBezTo>
                    <a:lnTo>
                      <a:pt x="8001" y="1296"/>
                    </a:lnTo>
                    <a:cubicBezTo>
                      <a:pt x="8051" y="1324"/>
                      <a:pt x="8051" y="1375"/>
                      <a:pt x="8001" y="1403"/>
                    </a:cubicBezTo>
                    <a:lnTo>
                      <a:pt x="7786" y="1526"/>
                    </a:lnTo>
                    <a:cubicBezTo>
                      <a:pt x="7761" y="1540"/>
                      <a:pt x="7727" y="1547"/>
                      <a:pt x="7693" y="1547"/>
                    </a:cubicBezTo>
                    <a:cubicBezTo>
                      <a:pt x="7659" y="1547"/>
                      <a:pt x="7624" y="1540"/>
                      <a:pt x="7599" y="1526"/>
                    </a:cubicBezTo>
                    <a:lnTo>
                      <a:pt x="7391" y="1403"/>
                    </a:lnTo>
                    <a:cubicBezTo>
                      <a:pt x="7341" y="1375"/>
                      <a:pt x="7341" y="1324"/>
                      <a:pt x="7391" y="1296"/>
                    </a:cubicBezTo>
                    <a:lnTo>
                      <a:pt x="7599" y="1174"/>
                    </a:lnTo>
                    <a:cubicBezTo>
                      <a:pt x="7624" y="1159"/>
                      <a:pt x="7659" y="1152"/>
                      <a:pt x="7693" y="1152"/>
                    </a:cubicBezTo>
                    <a:close/>
                    <a:moveTo>
                      <a:pt x="8555" y="1210"/>
                    </a:moveTo>
                    <a:cubicBezTo>
                      <a:pt x="8589" y="1210"/>
                      <a:pt x="8623" y="1217"/>
                      <a:pt x="8648" y="1231"/>
                    </a:cubicBezTo>
                    <a:lnTo>
                      <a:pt x="8885" y="1367"/>
                    </a:lnTo>
                    <a:cubicBezTo>
                      <a:pt x="8943" y="1396"/>
                      <a:pt x="8936" y="1446"/>
                      <a:pt x="8885" y="1475"/>
                    </a:cubicBezTo>
                    <a:lnTo>
                      <a:pt x="8648" y="1619"/>
                    </a:lnTo>
                    <a:cubicBezTo>
                      <a:pt x="8623" y="1633"/>
                      <a:pt x="8589" y="1641"/>
                      <a:pt x="8555" y="1641"/>
                    </a:cubicBezTo>
                    <a:cubicBezTo>
                      <a:pt x="8521" y="1641"/>
                      <a:pt x="8487" y="1633"/>
                      <a:pt x="8462" y="1619"/>
                    </a:cubicBezTo>
                    <a:lnTo>
                      <a:pt x="8224" y="1475"/>
                    </a:lnTo>
                    <a:cubicBezTo>
                      <a:pt x="8174" y="1446"/>
                      <a:pt x="8174" y="1396"/>
                      <a:pt x="8224" y="1367"/>
                    </a:cubicBezTo>
                    <a:lnTo>
                      <a:pt x="8462" y="1231"/>
                    </a:lnTo>
                    <a:cubicBezTo>
                      <a:pt x="8487" y="1217"/>
                      <a:pt x="8521" y="1210"/>
                      <a:pt x="8555" y="1210"/>
                    </a:cubicBezTo>
                    <a:close/>
                    <a:moveTo>
                      <a:pt x="9722" y="1124"/>
                    </a:moveTo>
                    <a:cubicBezTo>
                      <a:pt x="9755" y="1124"/>
                      <a:pt x="9788" y="1130"/>
                      <a:pt x="9813" y="1144"/>
                    </a:cubicBezTo>
                    <a:lnTo>
                      <a:pt x="10028" y="1267"/>
                    </a:lnTo>
                    <a:cubicBezTo>
                      <a:pt x="10078" y="1296"/>
                      <a:pt x="10078" y="1346"/>
                      <a:pt x="10028" y="1375"/>
                    </a:cubicBezTo>
                    <a:lnTo>
                      <a:pt x="9468" y="1698"/>
                    </a:lnTo>
                    <a:cubicBezTo>
                      <a:pt x="9443" y="1713"/>
                      <a:pt x="9409" y="1720"/>
                      <a:pt x="9375" y="1720"/>
                    </a:cubicBezTo>
                    <a:cubicBezTo>
                      <a:pt x="9341" y="1720"/>
                      <a:pt x="9306" y="1713"/>
                      <a:pt x="9281" y="1698"/>
                    </a:cubicBezTo>
                    <a:lnTo>
                      <a:pt x="9066" y="1576"/>
                    </a:lnTo>
                    <a:cubicBezTo>
                      <a:pt x="9014" y="1548"/>
                      <a:pt x="9014" y="1496"/>
                      <a:pt x="9073" y="1469"/>
                    </a:cubicBezTo>
                    <a:lnTo>
                      <a:pt x="9626" y="1144"/>
                    </a:lnTo>
                    <a:cubicBezTo>
                      <a:pt x="9655" y="1130"/>
                      <a:pt x="9689" y="1124"/>
                      <a:pt x="9722" y="1124"/>
                    </a:cubicBezTo>
                    <a:close/>
                    <a:moveTo>
                      <a:pt x="6413" y="1533"/>
                    </a:moveTo>
                    <a:cubicBezTo>
                      <a:pt x="6447" y="1533"/>
                      <a:pt x="6481" y="1540"/>
                      <a:pt x="6506" y="1555"/>
                    </a:cubicBezTo>
                    <a:lnTo>
                      <a:pt x="6542" y="1576"/>
                    </a:lnTo>
                    <a:cubicBezTo>
                      <a:pt x="6592" y="1605"/>
                      <a:pt x="6592" y="1655"/>
                      <a:pt x="6542" y="1684"/>
                    </a:cubicBezTo>
                    <a:lnTo>
                      <a:pt x="6319" y="1807"/>
                    </a:lnTo>
                    <a:cubicBezTo>
                      <a:pt x="6294" y="1824"/>
                      <a:pt x="6262" y="1833"/>
                      <a:pt x="6229" y="1833"/>
                    </a:cubicBezTo>
                    <a:cubicBezTo>
                      <a:pt x="6196" y="1833"/>
                      <a:pt x="6162" y="1824"/>
                      <a:pt x="6133" y="1807"/>
                    </a:cubicBezTo>
                    <a:lnTo>
                      <a:pt x="6104" y="1791"/>
                    </a:lnTo>
                    <a:cubicBezTo>
                      <a:pt x="6047" y="1755"/>
                      <a:pt x="6047" y="1712"/>
                      <a:pt x="6104" y="1684"/>
                    </a:cubicBezTo>
                    <a:lnTo>
                      <a:pt x="6319" y="1555"/>
                    </a:lnTo>
                    <a:cubicBezTo>
                      <a:pt x="6344" y="1540"/>
                      <a:pt x="6379" y="1533"/>
                      <a:pt x="6413" y="1533"/>
                    </a:cubicBezTo>
                    <a:close/>
                    <a:moveTo>
                      <a:pt x="7211" y="1425"/>
                    </a:moveTo>
                    <a:cubicBezTo>
                      <a:pt x="7245" y="1425"/>
                      <a:pt x="7279" y="1432"/>
                      <a:pt x="7304" y="1446"/>
                    </a:cubicBezTo>
                    <a:lnTo>
                      <a:pt x="7520" y="1576"/>
                    </a:lnTo>
                    <a:cubicBezTo>
                      <a:pt x="7570" y="1605"/>
                      <a:pt x="7570" y="1655"/>
                      <a:pt x="7520" y="1684"/>
                    </a:cubicBezTo>
                    <a:lnTo>
                      <a:pt x="7298" y="1807"/>
                    </a:lnTo>
                    <a:cubicBezTo>
                      <a:pt x="7272" y="1824"/>
                      <a:pt x="7237" y="1833"/>
                      <a:pt x="7203" y="1833"/>
                    </a:cubicBezTo>
                    <a:cubicBezTo>
                      <a:pt x="7169" y="1833"/>
                      <a:pt x="7135" y="1824"/>
                      <a:pt x="7110" y="1807"/>
                    </a:cubicBezTo>
                    <a:lnTo>
                      <a:pt x="6894" y="1684"/>
                    </a:lnTo>
                    <a:cubicBezTo>
                      <a:pt x="6844" y="1655"/>
                      <a:pt x="6844" y="1605"/>
                      <a:pt x="6894" y="1576"/>
                    </a:cubicBezTo>
                    <a:lnTo>
                      <a:pt x="7116" y="1446"/>
                    </a:lnTo>
                    <a:cubicBezTo>
                      <a:pt x="7142" y="1432"/>
                      <a:pt x="7177" y="1425"/>
                      <a:pt x="7211" y="1425"/>
                    </a:cubicBezTo>
                    <a:close/>
                    <a:moveTo>
                      <a:pt x="8045" y="1504"/>
                    </a:moveTo>
                    <a:cubicBezTo>
                      <a:pt x="8079" y="1504"/>
                      <a:pt x="8113" y="1511"/>
                      <a:pt x="8138" y="1526"/>
                    </a:cubicBezTo>
                    <a:lnTo>
                      <a:pt x="8376" y="1662"/>
                    </a:lnTo>
                    <a:cubicBezTo>
                      <a:pt x="8433" y="1691"/>
                      <a:pt x="8433" y="1741"/>
                      <a:pt x="8376" y="1770"/>
                    </a:cubicBezTo>
                    <a:lnTo>
                      <a:pt x="8167" y="1893"/>
                    </a:lnTo>
                    <a:cubicBezTo>
                      <a:pt x="8142" y="1907"/>
                      <a:pt x="8108" y="1914"/>
                      <a:pt x="8074" y="1914"/>
                    </a:cubicBezTo>
                    <a:cubicBezTo>
                      <a:pt x="8039" y="1914"/>
                      <a:pt x="8005" y="1907"/>
                      <a:pt x="7979" y="1893"/>
                    </a:cubicBezTo>
                    <a:lnTo>
                      <a:pt x="7743" y="1755"/>
                    </a:lnTo>
                    <a:cubicBezTo>
                      <a:pt x="7693" y="1727"/>
                      <a:pt x="7693" y="1677"/>
                      <a:pt x="7743" y="1648"/>
                    </a:cubicBezTo>
                    <a:lnTo>
                      <a:pt x="7951" y="1526"/>
                    </a:lnTo>
                    <a:cubicBezTo>
                      <a:pt x="7976" y="1511"/>
                      <a:pt x="8010" y="1504"/>
                      <a:pt x="8045" y="1504"/>
                    </a:cubicBezTo>
                    <a:close/>
                    <a:moveTo>
                      <a:pt x="8893" y="1600"/>
                    </a:moveTo>
                    <a:cubicBezTo>
                      <a:pt x="8927" y="1600"/>
                      <a:pt x="8961" y="1608"/>
                      <a:pt x="8986" y="1626"/>
                    </a:cubicBezTo>
                    <a:lnTo>
                      <a:pt x="9195" y="1748"/>
                    </a:lnTo>
                    <a:cubicBezTo>
                      <a:pt x="9245" y="1777"/>
                      <a:pt x="9245" y="1827"/>
                      <a:pt x="9195" y="1857"/>
                    </a:cubicBezTo>
                    <a:lnTo>
                      <a:pt x="8957" y="1993"/>
                    </a:lnTo>
                    <a:cubicBezTo>
                      <a:pt x="8932" y="2008"/>
                      <a:pt x="8898" y="2015"/>
                      <a:pt x="8864" y="2015"/>
                    </a:cubicBezTo>
                    <a:cubicBezTo>
                      <a:pt x="8830" y="2015"/>
                      <a:pt x="8796" y="2008"/>
                      <a:pt x="8771" y="1993"/>
                    </a:cubicBezTo>
                    <a:lnTo>
                      <a:pt x="8562" y="1871"/>
                    </a:lnTo>
                    <a:cubicBezTo>
                      <a:pt x="8505" y="1841"/>
                      <a:pt x="8505" y="1791"/>
                      <a:pt x="8562" y="1764"/>
                    </a:cubicBezTo>
                    <a:lnTo>
                      <a:pt x="8798" y="1626"/>
                    </a:lnTo>
                    <a:cubicBezTo>
                      <a:pt x="8824" y="1608"/>
                      <a:pt x="8859" y="1600"/>
                      <a:pt x="8893" y="1600"/>
                    </a:cubicBezTo>
                    <a:close/>
                    <a:moveTo>
                      <a:pt x="6721" y="1712"/>
                    </a:moveTo>
                    <a:cubicBezTo>
                      <a:pt x="6755" y="1712"/>
                      <a:pt x="6790" y="1720"/>
                      <a:pt x="6815" y="1734"/>
                    </a:cubicBezTo>
                    <a:lnTo>
                      <a:pt x="7023" y="1857"/>
                    </a:lnTo>
                    <a:cubicBezTo>
                      <a:pt x="7082" y="1884"/>
                      <a:pt x="7073" y="1936"/>
                      <a:pt x="7023" y="1964"/>
                    </a:cubicBezTo>
                    <a:lnTo>
                      <a:pt x="6808" y="2093"/>
                    </a:lnTo>
                    <a:cubicBezTo>
                      <a:pt x="6783" y="2108"/>
                      <a:pt x="6749" y="2115"/>
                      <a:pt x="6714" y="2115"/>
                    </a:cubicBezTo>
                    <a:cubicBezTo>
                      <a:pt x="6680" y="2115"/>
                      <a:pt x="6646" y="2108"/>
                      <a:pt x="6621" y="2093"/>
                    </a:cubicBezTo>
                    <a:lnTo>
                      <a:pt x="6406" y="1971"/>
                    </a:lnTo>
                    <a:cubicBezTo>
                      <a:pt x="6356" y="1936"/>
                      <a:pt x="6356" y="1893"/>
                      <a:pt x="6413" y="1857"/>
                    </a:cubicBezTo>
                    <a:lnTo>
                      <a:pt x="6628" y="1734"/>
                    </a:lnTo>
                    <a:cubicBezTo>
                      <a:pt x="6653" y="1720"/>
                      <a:pt x="6687" y="1712"/>
                      <a:pt x="6721" y="1712"/>
                    </a:cubicBezTo>
                    <a:close/>
                    <a:moveTo>
                      <a:pt x="10201" y="1403"/>
                    </a:moveTo>
                    <a:cubicBezTo>
                      <a:pt x="10235" y="1403"/>
                      <a:pt x="10269" y="1411"/>
                      <a:pt x="10294" y="1425"/>
                    </a:cubicBezTo>
                    <a:lnTo>
                      <a:pt x="10517" y="1555"/>
                    </a:lnTo>
                    <a:cubicBezTo>
                      <a:pt x="10567" y="1582"/>
                      <a:pt x="10567" y="1626"/>
                      <a:pt x="10517" y="1662"/>
                    </a:cubicBezTo>
                    <a:lnTo>
                      <a:pt x="9747" y="2100"/>
                    </a:lnTo>
                    <a:cubicBezTo>
                      <a:pt x="9722" y="2115"/>
                      <a:pt x="9688" y="2122"/>
                      <a:pt x="9654" y="2122"/>
                    </a:cubicBezTo>
                    <a:cubicBezTo>
                      <a:pt x="9620" y="2122"/>
                      <a:pt x="9586" y="2115"/>
                      <a:pt x="9561" y="2100"/>
                    </a:cubicBezTo>
                    <a:lnTo>
                      <a:pt x="9338" y="1971"/>
                    </a:lnTo>
                    <a:cubicBezTo>
                      <a:pt x="9288" y="1943"/>
                      <a:pt x="9288" y="1893"/>
                      <a:pt x="9338" y="1864"/>
                    </a:cubicBezTo>
                    <a:lnTo>
                      <a:pt x="10108" y="1425"/>
                    </a:lnTo>
                    <a:cubicBezTo>
                      <a:pt x="10133" y="1411"/>
                      <a:pt x="10167" y="1403"/>
                      <a:pt x="10201" y="1403"/>
                    </a:cubicBezTo>
                    <a:close/>
                    <a:moveTo>
                      <a:pt x="5924" y="1814"/>
                    </a:moveTo>
                    <a:cubicBezTo>
                      <a:pt x="5958" y="1814"/>
                      <a:pt x="5993" y="1820"/>
                      <a:pt x="6018" y="1834"/>
                    </a:cubicBezTo>
                    <a:lnTo>
                      <a:pt x="6054" y="1857"/>
                    </a:lnTo>
                    <a:cubicBezTo>
                      <a:pt x="6104" y="1884"/>
                      <a:pt x="6104" y="1936"/>
                      <a:pt x="6054" y="1964"/>
                    </a:cubicBezTo>
                    <a:lnTo>
                      <a:pt x="5809" y="2100"/>
                    </a:lnTo>
                    <a:cubicBezTo>
                      <a:pt x="5784" y="2118"/>
                      <a:pt x="5751" y="2127"/>
                      <a:pt x="5718" y="2127"/>
                    </a:cubicBezTo>
                    <a:cubicBezTo>
                      <a:pt x="5685" y="2127"/>
                      <a:pt x="5651" y="2118"/>
                      <a:pt x="5622" y="2100"/>
                    </a:cubicBezTo>
                    <a:lnTo>
                      <a:pt x="5593" y="2086"/>
                    </a:lnTo>
                    <a:cubicBezTo>
                      <a:pt x="5536" y="2050"/>
                      <a:pt x="5543" y="2007"/>
                      <a:pt x="5593" y="1979"/>
                    </a:cubicBezTo>
                    <a:lnTo>
                      <a:pt x="5831" y="1834"/>
                    </a:lnTo>
                    <a:cubicBezTo>
                      <a:pt x="5856" y="1820"/>
                      <a:pt x="5890" y="1814"/>
                      <a:pt x="5924" y="1814"/>
                    </a:cubicBezTo>
                    <a:close/>
                    <a:moveTo>
                      <a:pt x="10689" y="1684"/>
                    </a:moveTo>
                    <a:cubicBezTo>
                      <a:pt x="10723" y="1684"/>
                      <a:pt x="10757" y="1691"/>
                      <a:pt x="10782" y="1705"/>
                    </a:cubicBezTo>
                    <a:lnTo>
                      <a:pt x="10998" y="1834"/>
                    </a:lnTo>
                    <a:cubicBezTo>
                      <a:pt x="11057" y="1864"/>
                      <a:pt x="11057" y="1914"/>
                      <a:pt x="10998" y="1943"/>
                    </a:cubicBezTo>
                    <a:lnTo>
                      <a:pt x="10653" y="2143"/>
                    </a:lnTo>
                    <a:cubicBezTo>
                      <a:pt x="10628" y="2158"/>
                      <a:pt x="10594" y="2165"/>
                      <a:pt x="10560" y="2165"/>
                    </a:cubicBezTo>
                    <a:cubicBezTo>
                      <a:pt x="10526" y="2165"/>
                      <a:pt x="10492" y="2158"/>
                      <a:pt x="10467" y="2143"/>
                    </a:cubicBezTo>
                    <a:lnTo>
                      <a:pt x="10251" y="2014"/>
                    </a:lnTo>
                    <a:cubicBezTo>
                      <a:pt x="10194" y="1986"/>
                      <a:pt x="10194" y="1936"/>
                      <a:pt x="10251" y="1907"/>
                    </a:cubicBezTo>
                    <a:lnTo>
                      <a:pt x="10596" y="1705"/>
                    </a:lnTo>
                    <a:cubicBezTo>
                      <a:pt x="10621" y="1691"/>
                      <a:pt x="10655" y="1684"/>
                      <a:pt x="10689" y="1684"/>
                    </a:cubicBezTo>
                    <a:close/>
                    <a:moveTo>
                      <a:pt x="7563" y="1785"/>
                    </a:moveTo>
                    <a:cubicBezTo>
                      <a:pt x="7597" y="1785"/>
                      <a:pt x="7631" y="1792"/>
                      <a:pt x="7656" y="1807"/>
                    </a:cubicBezTo>
                    <a:lnTo>
                      <a:pt x="7893" y="1943"/>
                    </a:lnTo>
                    <a:cubicBezTo>
                      <a:pt x="7944" y="1971"/>
                      <a:pt x="7944" y="2022"/>
                      <a:pt x="7893" y="2050"/>
                    </a:cubicBezTo>
                    <a:lnTo>
                      <a:pt x="7670" y="2179"/>
                    </a:lnTo>
                    <a:cubicBezTo>
                      <a:pt x="7645" y="2194"/>
                      <a:pt x="7613" y="2201"/>
                      <a:pt x="7580" y="2201"/>
                    </a:cubicBezTo>
                    <a:cubicBezTo>
                      <a:pt x="7546" y="2201"/>
                      <a:pt x="7512" y="2194"/>
                      <a:pt x="7484" y="2179"/>
                    </a:cubicBezTo>
                    <a:lnTo>
                      <a:pt x="7246" y="2043"/>
                    </a:lnTo>
                    <a:cubicBezTo>
                      <a:pt x="7196" y="2007"/>
                      <a:pt x="7196" y="1964"/>
                      <a:pt x="7246" y="1927"/>
                    </a:cubicBezTo>
                    <a:lnTo>
                      <a:pt x="7470" y="1807"/>
                    </a:lnTo>
                    <a:cubicBezTo>
                      <a:pt x="7495" y="1792"/>
                      <a:pt x="7529" y="1785"/>
                      <a:pt x="7563" y="1785"/>
                    </a:cubicBezTo>
                    <a:close/>
                    <a:moveTo>
                      <a:pt x="8383" y="1893"/>
                    </a:moveTo>
                    <a:cubicBezTo>
                      <a:pt x="8417" y="1893"/>
                      <a:pt x="8451" y="1902"/>
                      <a:pt x="8476" y="1921"/>
                    </a:cubicBezTo>
                    <a:lnTo>
                      <a:pt x="8685" y="2043"/>
                    </a:lnTo>
                    <a:cubicBezTo>
                      <a:pt x="8735" y="2072"/>
                      <a:pt x="8735" y="2122"/>
                      <a:pt x="8685" y="2152"/>
                    </a:cubicBezTo>
                    <a:lnTo>
                      <a:pt x="8476" y="2272"/>
                    </a:lnTo>
                    <a:cubicBezTo>
                      <a:pt x="8451" y="2287"/>
                      <a:pt x="8417" y="2294"/>
                      <a:pt x="8383" y="2294"/>
                    </a:cubicBezTo>
                    <a:cubicBezTo>
                      <a:pt x="8349" y="2294"/>
                      <a:pt x="8315" y="2287"/>
                      <a:pt x="8290" y="2272"/>
                    </a:cubicBezTo>
                    <a:lnTo>
                      <a:pt x="8074" y="2152"/>
                    </a:lnTo>
                    <a:cubicBezTo>
                      <a:pt x="8022" y="2122"/>
                      <a:pt x="8022" y="2072"/>
                      <a:pt x="8081" y="2043"/>
                    </a:cubicBezTo>
                    <a:lnTo>
                      <a:pt x="8290" y="1921"/>
                    </a:lnTo>
                    <a:cubicBezTo>
                      <a:pt x="8315" y="1902"/>
                      <a:pt x="8349" y="1893"/>
                      <a:pt x="8383" y="1893"/>
                    </a:cubicBezTo>
                    <a:close/>
                    <a:moveTo>
                      <a:pt x="5414" y="2107"/>
                    </a:moveTo>
                    <a:cubicBezTo>
                      <a:pt x="5448" y="2107"/>
                      <a:pt x="5482" y="2115"/>
                      <a:pt x="5507" y="2129"/>
                    </a:cubicBezTo>
                    <a:lnTo>
                      <a:pt x="5543" y="2152"/>
                    </a:lnTo>
                    <a:cubicBezTo>
                      <a:pt x="5593" y="2179"/>
                      <a:pt x="5593" y="2229"/>
                      <a:pt x="5543" y="2259"/>
                    </a:cubicBezTo>
                    <a:lnTo>
                      <a:pt x="5327" y="2381"/>
                    </a:lnTo>
                    <a:cubicBezTo>
                      <a:pt x="5302" y="2396"/>
                      <a:pt x="5268" y="2403"/>
                      <a:pt x="5234" y="2403"/>
                    </a:cubicBezTo>
                    <a:cubicBezTo>
                      <a:pt x="5200" y="2403"/>
                      <a:pt x="5166" y="2396"/>
                      <a:pt x="5141" y="2381"/>
                    </a:cubicBezTo>
                    <a:lnTo>
                      <a:pt x="5112" y="2359"/>
                    </a:lnTo>
                    <a:cubicBezTo>
                      <a:pt x="5055" y="2331"/>
                      <a:pt x="5055" y="2281"/>
                      <a:pt x="5112" y="2252"/>
                    </a:cubicBezTo>
                    <a:lnTo>
                      <a:pt x="5321" y="2129"/>
                    </a:lnTo>
                    <a:cubicBezTo>
                      <a:pt x="5346" y="2115"/>
                      <a:pt x="5380" y="2107"/>
                      <a:pt x="5414" y="2107"/>
                    </a:cubicBezTo>
                    <a:close/>
                    <a:moveTo>
                      <a:pt x="6233" y="1993"/>
                    </a:moveTo>
                    <a:cubicBezTo>
                      <a:pt x="6267" y="1993"/>
                      <a:pt x="6301" y="2000"/>
                      <a:pt x="6326" y="2014"/>
                    </a:cubicBezTo>
                    <a:lnTo>
                      <a:pt x="6535" y="2136"/>
                    </a:lnTo>
                    <a:cubicBezTo>
                      <a:pt x="6592" y="2166"/>
                      <a:pt x="6592" y="2216"/>
                      <a:pt x="6535" y="2245"/>
                    </a:cubicBezTo>
                    <a:lnTo>
                      <a:pt x="6297" y="2388"/>
                    </a:lnTo>
                    <a:cubicBezTo>
                      <a:pt x="6272" y="2403"/>
                      <a:pt x="6238" y="2410"/>
                      <a:pt x="6204" y="2410"/>
                    </a:cubicBezTo>
                    <a:cubicBezTo>
                      <a:pt x="6170" y="2410"/>
                      <a:pt x="6136" y="2403"/>
                      <a:pt x="6111" y="2388"/>
                    </a:cubicBezTo>
                    <a:lnTo>
                      <a:pt x="5895" y="2259"/>
                    </a:lnTo>
                    <a:cubicBezTo>
                      <a:pt x="5845" y="2229"/>
                      <a:pt x="5845" y="2186"/>
                      <a:pt x="5895" y="2152"/>
                    </a:cubicBezTo>
                    <a:lnTo>
                      <a:pt x="6140" y="2014"/>
                    </a:lnTo>
                    <a:cubicBezTo>
                      <a:pt x="6165" y="2000"/>
                      <a:pt x="6199" y="1993"/>
                      <a:pt x="6233" y="1993"/>
                    </a:cubicBezTo>
                    <a:close/>
                    <a:moveTo>
                      <a:pt x="9166" y="2000"/>
                    </a:moveTo>
                    <a:cubicBezTo>
                      <a:pt x="9200" y="2000"/>
                      <a:pt x="9234" y="2008"/>
                      <a:pt x="9259" y="2022"/>
                    </a:cubicBezTo>
                    <a:lnTo>
                      <a:pt x="9475" y="2152"/>
                    </a:lnTo>
                    <a:cubicBezTo>
                      <a:pt x="9532" y="2179"/>
                      <a:pt x="9532" y="2229"/>
                      <a:pt x="9475" y="2259"/>
                    </a:cubicBezTo>
                    <a:lnTo>
                      <a:pt x="9238" y="2395"/>
                    </a:lnTo>
                    <a:cubicBezTo>
                      <a:pt x="9212" y="2410"/>
                      <a:pt x="9178" y="2417"/>
                      <a:pt x="9144" y="2417"/>
                    </a:cubicBezTo>
                    <a:cubicBezTo>
                      <a:pt x="9109" y="2417"/>
                      <a:pt x="9075" y="2410"/>
                      <a:pt x="9050" y="2395"/>
                    </a:cubicBezTo>
                    <a:lnTo>
                      <a:pt x="8828" y="2266"/>
                    </a:lnTo>
                    <a:cubicBezTo>
                      <a:pt x="8778" y="2238"/>
                      <a:pt x="8778" y="2186"/>
                      <a:pt x="8835" y="2159"/>
                    </a:cubicBezTo>
                    <a:lnTo>
                      <a:pt x="9073" y="2022"/>
                    </a:lnTo>
                    <a:cubicBezTo>
                      <a:pt x="9098" y="2008"/>
                      <a:pt x="9132" y="2000"/>
                      <a:pt x="9166" y="2000"/>
                    </a:cubicBezTo>
                    <a:close/>
                    <a:moveTo>
                      <a:pt x="10072" y="2043"/>
                    </a:moveTo>
                    <a:cubicBezTo>
                      <a:pt x="10106" y="2043"/>
                      <a:pt x="10140" y="2051"/>
                      <a:pt x="10165" y="2065"/>
                    </a:cubicBezTo>
                    <a:lnTo>
                      <a:pt x="10380" y="2195"/>
                    </a:lnTo>
                    <a:cubicBezTo>
                      <a:pt x="10437" y="2222"/>
                      <a:pt x="10437" y="2266"/>
                      <a:pt x="10380" y="2302"/>
                    </a:cubicBezTo>
                    <a:lnTo>
                      <a:pt x="10144" y="2438"/>
                    </a:lnTo>
                    <a:cubicBezTo>
                      <a:pt x="10118" y="2453"/>
                      <a:pt x="10084" y="2460"/>
                      <a:pt x="10049" y="2460"/>
                    </a:cubicBezTo>
                    <a:cubicBezTo>
                      <a:pt x="10015" y="2460"/>
                      <a:pt x="9981" y="2453"/>
                      <a:pt x="9956" y="2438"/>
                    </a:cubicBezTo>
                    <a:lnTo>
                      <a:pt x="9740" y="2309"/>
                    </a:lnTo>
                    <a:cubicBezTo>
                      <a:pt x="9683" y="2281"/>
                      <a:pt x="9683" y="2229"/>
                      <a:pt x="9740" y="2202"/>
                    </a:cubicBezTo>
                    <a:lnTo>
                      <a:pt x="9978" y="2065"/>
                    </a:lnTo>
                    <a:cubicBezTo>
                      <a:pt x="10003" y="2051"/>
                      <a:pt x="10037" y="2043"/>
                      <a:pt x="10072" y="2043"/>
                    </a:cubicBezTo>
                    <a:close/>
                    <a:moveTo>
                      <a:pt x="7074" y="2064"/>
                    </a:moveTo>
                    <a:cubicBezTo>
                      <a:pt x="7108" y="2064"/>
                      <a:pt x="7142" y="2071"/>
                      <a:pt x="7168" y="2086"/>
                    </a:cubicBezTo>
                    <a:lnTo>
                      <a:pt x="7405" y="2222"/>
                    </a:lnTo>
                    <a:cubicBezTo>
                      <a:pt x="7455" y="2259"/>
                      <a:pt x="7455" y="2302"/>
                      <a:pt x="7405" y="2331"/>
                    </a:cubicBezTo>
                    <a:lnTo>
                      <a:pt x="7189" y="2461"/>
                    </a:lnTo>
                    <a:cubicBezTo>
                      <a:pt x="7160" y="2474"/>
                      <a:pt x="7126" y="2481"/>
                      <a:pt x="7092" y="2481"/>
                    </a:cubicBezTo>
                    <a:cubicBezTo>
                      <a:pt x="7058" y="2481"/>
                      <a:pt x="7024" y="2474"/>
                      <a:pt x="6996" y="2461"/>
                    </a:cubicBezTo>
                    <a:lnTo>
                      <a:pt x="6758" y="2324"/>
                    </a:lnTo>
                    <a:cubicBezTo>
                      <a:pt x="6708" y="2295"/>
                      <a:pt x="6708" y="2245"/>
                      <a:pt x="6758" y="2216"/>
                    </a:cubicBezTo>
                    <a:lnTo>
                      <a:pt x="6980" y="2086"/>
                    </a:lnTo>
                    <a:cubicBezTo>
                      <a:pt x="7005" y="2071"/>
                      <a:pt x="7039" y="2064"/>
                      <a:pt x="7074" y="2064"/>
                    </a:cubicBezTo>
                    <a:close/>
                    <a:moveTo>
                      <a:pt x="7901" y="2173"/>
                    </a:moveTo>
                    <a:cubicBezTo>
                      <a:pt x="7935" y="2173"/>
                      <a:pt x="7970" y="2180"/>
                      <a:pt x="7995" y="2195"/>
                    </a:cubicBezTo>
                    <a:lnTo>
                      <a:pt x="8203" y="2316"/>
                    </a:lnTo>
                    <a:cubicBezTo>
                      <a:pt x="8253" y="2352"/>
                      <a:pt x="8253" y="2395"/>
                      <a:pt x="8203" y="2424"/>
                    </a:cubicBezTo>
                    <a:lnTo>
                      <a:pt x="7979" y="2554"/>
                    </a:lnTo>
                    <a:cubicBezTo>
                      <a:pt x="7954" y="2568"/>
                      <a:pt x="7920" y="2576"/>
                      <a:pt x="7886" y="2576"/>
                    </a:cubicBezTo>
                    <a:cubicBezTo>
                      <a:pt x="7852" y="2576"/>
                      <a:pt x="7818" y="2568"/>
                      <a:pt x="7793" y="2554"/>
                    </a:cubicBezTo>
                    <a:lnTo>
                      <a:pt x="7584" y="2431"/>
                    </a:lnTo>
                    <a:cubicBezTo>
                      <a:pt x="7534" y="2402"/>
                      <a:pt x="7534" y="2352"/>
                      <a:pt x="7584" y="2324"/>
                    </a:cubicBezTo>
                    <a:lnTo>
                      <a:pt x="7806" y="2195"/>
                    </a:lnTo>
                    <a:cubicBezTo>
                      <a:pt x="7832" y="2180"/>
                      <a:pt x="7867" y="2173"/>
                      <a:pt x="7901" y="2173"/>
                    </a:cubicBezTo>
                    <a:close/>
                    <a:moveTo>
                      <a:pt x="5723" y="2288"/>
                    </a:moveTo>
                    <a:cubicBezTo>
                      <a:pt x="5757" y="2288"/>
                      <a:pt x="5791" y="2295"/>
                      <a:pt x="5816" y="2309"/>
                    </a:cubicBezTo>
                    <a:lnTo>
                      <a:pt x="6024" y="2431"/>
                    </a:lnTo>
                    <a:cubicBezTo>
                      <a:pt x="6081" y="2461"/>
                      <a:pt x="6081" y="2511"/>
                      <a:pt x="6024" y="2540"/>
                    </a:cubicBezTo>
                    <a:lnTo>
                      <a:pt x="5816" y="2661"/>
                    </a:lnTo>
                    <a:cubicBezTo>
                      <a:pt x="5791" y="2675"/>
                      <a:pt x="5757" y="2683"/>
                      <a:pt x="5723" y="2683"/>
                    </a:cubicBezTo>
                    <a:cubicBezTo>
                      <a:pt x="5688" y="2683"/>
                      <a:pt x="5654" y="2675"/>
                      <a:pt x="5629" y="2661"/>
                    </a:cubicBezTo>
                    <a:lnTo>
                      <a:pt x="5414" y="2540"/>
                    </a:lnTo>
                    <a:cubicBezTo>
                      <a:pt x="5364" y="2511"/>
                      <a:pt x="5364" y="2461"/>
                      <a:pt x="5414" y="2431"/>
                    </a:cubicBezTo>
                    <a:lnTo>
                      <a:pt x="5629" y="2309"/>
                    </a:lnTo>
                    <a:cubicBezTo>
                      <a:pt x="5654" y="2295"/>
                      <a:pt x="5688" y="2288"/>
                      <a:pt x="5723" y="2288"/>
                    </a:cubicBezTo>
                    <a:close/>
                    <a:moveTo>
                      <a:pt x="4932" y="2388"/>
                    </a:moveTo>
                    <a:cubicBezTo>
                      <a:pt x="4967" y="2388"/>
                      <a:pt x="5001" y="2396"/>
                      <a:pt x="5026" y="2410"/>
                    </a:cubicBezTo>
                    <a:lnTo>
                      <a:pt x="5062" y="2431"/>
                    </a:lnTo>
                    <a:cubicBezTo>
                      <a:pt x="5112" y="2461"/>
                      <a:pt x="5112" y="2511"/>
                      <a:pt x="5062" y="2540"/>
                    </a:cubicBezTo>
                    <a:lnTo>
                      <a:pt x="4839" y="2669"/>
                    </a:lnTo>
                    <a:cubicBezTo>
                      <a:pt x="4813" y="2683"/>
                      <a:pt x="4779" y="2690"/>
                      <a:pt x="4745" y="2690"/>
                    </a:cubicBezTo>
                    <a:cubicBezTo>
                      <a:pt x="4710" y="2690"/>
                      <a:pt x="4676" y="2683"/>
                      <a:pt x="4651" y="2669"/>
                    </a:cubicBezTo>
                    <a:lnTo>
                      <a:pt x="4615" y="2647"/>
                    </a:lnTo>
                    <a:cubicBezTo>
                      <a:pt x="4565" y="2617"/>
                      <a:pt x="4565" y="2567"/>
                      <a:pt x="4615" y="2540"/>
                    </a:cubicBezTo>
                    <a:lnTo>
                      <a:pt x="4839" y="2410"/>
                    </a:lnTo>
                    <a:cubicBezTo>
                      <a:pt x="4864" y="2396"/>
                      <a:pt x="4898" y="2388"/>
                      <a:pt x="4932" y="2388"/>
                    </a:cubicBezTo>
                    <a:close/>
                    <a:moveTo>
                      <a:pt x="8655" y="2295"/>
                    </a:moveTo>
                    <a:cubicBezTo>
                      <a:pt x="8689" y="2295"/>
                      <a:pt x="8723" y="2302"/>
                      <a:pt x="8748" y="2316"/>
                    </a:cubicBezTo>
                    <a:lnTo>
                      <a:pt x="8971" y="2445"/>
                    </a:lnTo>
                    <a:cubicBezTo>
                      <a:pt x="9023" y="2474"/>
                      <a:pt x="9023" y="2524"/>
                      <a:pt x="8964" y="2554"/>
                    </a:cubicBezTo>
                    <a:lnTo>
                      <a:pt x="8755" y="2676"/>
                    </a:lnTo>
                    <a:cubicBezTo>
                      <a:pt x="8730" y="2690"/>
                      <a:pt x="8696" y="2697"/>
                      <a:pt x="8662" y="2697"/>
                    </a:cubicBezTo>
                    <a:cubicBezTo>
                      <a:pt x="8628" y="2697"/>
                      <a:pt x="8594" y="2690"/>
                      <a:pt x="8569" y="2676"/>
                    </a:cubicBezTo>
                    <a:lnTo>
                      <a:pt x="8346" y="2547"/>
                    </a:lnTo>
                    <a:cubicBezTo>
                      <a:pt x="8296" y="2517"/>
                      <a:pt x="8296" y="2467"/>
                      <a:pt x="8346" y="2438"/>
                    </a:cubicBezTo>
                    <a:lnTo>
                      <a:pt x="8562" y="2316"/>
                    </a:lnTo>
                    <a:cubicBezTo>
                      <a:pt x="8587" y="2302"/>
                      <a:pt x="8621" y="2295"/>
                      <a:pt x="8655" y="2295"/>
                    </a:cubicBezTo>
                    <a:close/>
                    <a:moveTo>
                      <a:pt x="9561" y="2338"/>
                    </a:moveTo>
                    <a:cubicBezTo>
                      <a:pt x="9595" y="2338"/>
                      <a:pt x="9629" y="2345"/>
                      <a:pt x="9654" y="2359"/>
                    </a:cubicBezTo>
                    <a:lnTo>
                      <a:pt x="9877" y="2488"/>
                    </a:lnTo>
                    <a:cubicBezTo>
                      <a:pt x="9928" y="2517"/>
                      <a:pt x="9928" y="2561"/>
                      <a:pt x="9870" y="2597"/>
                    </a:cubicBezTo>
                    <a:lnTo>
                      <a:pt x="9661" y="2719"/>
                    </a:lnTo>
                    <a:cubicBezTo>
                      <a:pt x="9636" y="2733"/>
                      <a:pt x="9602" y="2740"/>
                      <a:pt x="9568" y="2740"/>
                    </a:cubicBezTo>
                    <a:cubicBezTo>
                      <a:pt x="9534" y="2740"/>
                      <a:pt x="9500" y="2733"/>
                      <a:pt x="9475" y="2719"/>
                    </a:cubicBezTo>
                    <a:lnTo>
                      <a:pt x="9252" y="2590"/>
                    </a:lnTo>
                    <a:cubicBezTo>
                      <a:pt x="9202" y="2561"/>
                      <a:pt x="9202" y="2511"/>
                      <a:pt x="9259" y="2481"/>
                    </a:cubicBezTo>
                    <a:lnTo>
                      <a:pt x="9468" y="2359"/>
                    </a:lnTo>
                    <a:cubicBezTo>
                      <a:pt x="9493" y="2345"/>
                      <a:pt x="9527" y="2338"/>
                      <a:pt x="9561" y="2338"/>
                    </a:cubicBezTo>
                    <a:close/>
                    <a:moveTo>
                      <a:pt x="6585" y="2345"/>
                    </a:moveTo>
                    <a:cubicBezTo>
                      <a:pt x="6619" y="2345"/>
                      <a:pt x="6653" y="2353"/>
                      <a:pt x="6678" y="2367"/>
                    </a:cubicBezTo>
                    <a:lnTo>
                      <a:pt x="6916" y="2511"/>
                    </a:lnTo>
                    <a:cubicBezTo>
                      <a:pt x="6966" y="2540"/>
                      <a:pt x="6966" y="2590"/>
                      <a:pt x="6916" y="2617"/>
                    </a:cubicBezTo>
                    <a:lnTo>
                      <a:pt x="6678" y="2756"/>
                    </a:lnTo>
                    <a:cubicBezTo>
                      <a:pt x="6650" y="2769"/>
                      <a:pt x="6616" y="2776"/>
                      <a:pt x="6582" y="2776"/>
                    </a:cubicBezTo>
                    <a:cubicBezTo>
                      <a:pt x="6548" y="2776"/>
                      <a:pt x="6514" y="2769"/>
                      <a:pt x="6485" y="2756"/>
                    </a:cubicBezTo>
                    <a:lnTo>
                      <a:pt x="6247" y="2617"/>
                    </a:lnTo>
                    <a:cubicBezTo>
                      <a:pt x="6197" y="2590"/>
                      <a:pt x="6197" y="2540"/>
                      <a:pt x="6254" y="2511"/>
                    </a:cubicBezTo>
                    <a:lnTo>
                      <a:pt x="6492" y="2367"/>
                    </a:lnTo>
                    <a:cubicBezTo>
                      <a:pt x="6517" y="2353"/>
                      <a:pt x="6551" y="2345"/>
                      <a:pt x="6585" y="2345"/>
                    </a:cubicBezTo>
                    <a:close/>
                    <a:moveTo>
                      <a:pt x="7408" y="2461"/>
                    </a:moveTo>
                    <a:cubicBezTo>
                      <a:pt x="7442" y="2461"/>
                      <a:pt x="7476" y="2467"/>
                      <a:pt x="7505" y="2481"/>
                    </a:cubicBezTo>
                    <a:lnTo>
                      <a:pt x="7713" y="2604"/>
                    </a:lnTo>
                    <a:cubicBezTo>
                      <a:pt x="7763" y="2633"/>
                      <a:pt x="7763" y="2683"/>
                      <a:pt x="7713" y="2712"/>
                    </a:cubicBezTo>
                    <a:lnTo>
                      <a:pt x="7491" y="2833"/>
                    </a:lnTo>
                    <a:cubicBezTo>
                      <a:pt x="7466" y="2851"/>
                      <a:pt x="7432" y="2860"/>
                      <a:pt x="7398" y="2860"/>
                    </a:cubicBezTo>
                    <a:cubicBezTo>
                      <a:pt x="7364" y="2860"/>
                      <a:pt x="7329" y="2851"/>
                      <a:pt x="7304" y="2833"/>
                    </a:cubicBezTo>
                    <a:lnTo>
                      <a:pt x="7096" y="2712"/>
                    </a:lnTo>
                    <a:cubicBezTo>
                      <a:pt x="7046" y="2683"/>
                      <a:pt x="7046" y="2633"/>
                      <a:pt x="7096" y="2604"/>
                    </a:cubicBezTo>
                    <a:lnTo>
                      <a:pt x="7311" y="2481"/>
                    </a:lnTo>
                    <a:cubicBezTo>
                      <a:pt x="7340" y="2467"/>
                      <a:pt x="7374" y="2461"/>
                      <a:pt x="7408" y="2461"/>
                    </a:cubicBezTo>
                    <a:close/>
                    <a:moveTo>
                      <a:pt x="4440" y="2668"/>
                    </a:moveTo>
                    <a:cubicBezTo>
                      <a:pt x="4474" y="2668"/>
                      <a:pt x="4508" y="2675"/>
                      <a:pt x="4537" y="2690"/>
                    </a:cubicBezTo>
                    <a:lnTo>
                      <a:pt x="4565" y="2712"/>
                    </a:lnTo>
                    <a:cubicBezTo>
                      <a:pt x="4624" y="2740"/>
                      <a:pt x="4624" y="2790"/>
                      <a:pt x="4565" y="2819"/>
                    </a:cubicBezTo>
                    <a:lnTo>
                      <a:pt x="4386" y="2928"/>
                    </a:lnTo>
                    <a:cubicBezTo>
                      <a:pt x="4357" y="2942"/>
                      <a:pt x="4323" y="2949"/>
                      <a:pt x="4290" y="2949"/>
                    </a:cubicBezTo>
                    <a:cubicBezTo>
                      <a:pt x="4257" y="2949"/>
                      <a:pt x="4224" y="2942"/>
                      <a:pt x="4199" y="2928"/>
                    </a:cubicBezTo>
                    <a:lnTo>
                      <a:pt x="4163" y="2906"/>
                    </a:lnTo>
                    <a:cubicBezTo>
                      <a:pt x="4113" y="2876"/>
                      <a:pt x="4113" y="2826"/>
                      <a:pt x="4163" y="2799"/>
                    </a:cubicBezTo>
                    <a:lnTo>
                      <a:pt x="4349" y="2690"/>
                    </a:lnTo>
                    <a:cubicBezTo>
                      <a:pt x="4374" y="2675"/>
                      <a:pt x="4407" y="2668"/>
                      <a:pt x="4440" y="2668"/>
                    </a:cubicBezTo>
                    <a:close/>
                    <a:moveTo>
                      <a:pt x="5241" y="2568"/>
                    </a:moveTo>
                    <a:cubicBezTo>
                      <a:pt x="5275" y="2568"/>
                      <a:pt x="5309" y="2575"/>
                      <a:pt x="5334" y="2590"/>
                    </a:cubicBezTo>
                    <a:lnTo>
                      <a:pt x="5543" y="2712"/>
                    </a:lnTo>
                    <a:cubicBezTo>
                      <a:pt x="5600" y="2740"/>
                      <a:pt x="5593" y="2790"/>
                      <a:pt x="5543" y="2819"/>
                    </a:cubicBezTo>
                    <a:lnTo>
                      <a:pt x="5321" y="2949"/>
                    </a:lnTo>
                    <a:cubicBezTo>
                      <a:pt x="5296" y="2963"/>
                      <a:pt x="5263" y="2971"/>
                      <a:pt x="5230" y="2971"/>
                    </a:cubicBezTo>
                    <a:cubicBezTo>
                      <a:pt x="5196" y="2971"/>
                      <a:pt x="5162" y="2963"/>
                      <a:pt x="5133" y="2949"/>
                    </a:cubicBezTo>
                    <a:lnTo>
                      <a:pt x="4926" y="2826"/>
                    </a:lnTo>
                    <a:cubicBezTo>
                      <a:pt x="4874" y="2799"/>
                      <a:pt x="4874" y="2747"/>
                      <a:pt x="4926" y="2719"/>
                    </a:cubicBezTo>
                    <a:lnTo>
                      <a:pt x="5148" y="2590"/>
                    </a:lnTo>
                    <a:cubicBezTo>
                      <a:pt x="5173" y="2575"/>
                      <a:pt x="5207" y="2568"/>
                      <a:pt x="5241" y="2568"/>
                    </a:cubicBezTo>
                    <a:close/>
                    <a:moveTo>
                      <a:pt x="8179" y="2572"/>
                    </a:moveTo>
                    <a:cubicBezTo>
                      <a:pt x="8212" y="2572"/>
                      <a:pt x="8243" y="2580"/>
                      <a:pt x="8267" y="2597"/>
                    </a:cubicBezTo>
                    <a:lnTo>
                      <a:pt x="8483" y="2719"/>
                    </a:lnTo>
                    <a:cubicBezTo>
                      <a:pt x="8540" y="2756"/>
                      <a:pt x="8533" y="2799"/>
                      <a:pt x="8483" y="2833"/>
                    </a:cubicBezTo>
                    <a:lnTo>
                      <a:pt x="8267" y="2956"/>
                    </a:lnTo>
                    <a:cubicBezTo>
                      <a:pt x="8239" y="2970"/>
                      <a:pt x="8205" y="2978"/>
                      <a:pt x="8171" y="2978"/>
                    </a:cubicBezTo>
                    <a:cubicBezTo>
                      <a:pt x="8138" y="2978"/>
                      <a:pt x="8106" y="2970"/>
                      <a:pt x="8081" y="2956"/>
                    </a:cubicBezTo>
                    <a:lnTo>
                      <a:pt x="7858" y="2833"/>
                    </a:lnTo>
                    <a:cubicBezTo>
                      <a:pt x="7806" y="2799"/>
                      <a:pt x="7806" y="2756"/>
                      <a:pt x="7858" y="2719"/>
                    </a:cubicBezTo>
                    <a:lnTo>
                      <a:pt x="8081" y="2597"/>
                    </a:lnTo>
                    <a:cubicBezTo>
                      <a:pt x="8107" y="2581"/>
                      <a:pt x="8143" y="2572"/>
                      <a:pt x="8179" y="2572"/>
                    </a:cubicBezTo>
                    <a:close/>
                    <a:moveTo>
                      <a:pt x="9080" y="2613"/>
                    </a:moveTo>
                    <a:cubicBezTo>
                      <a:pt x="9114" y="2613"/>
                      <a:pt x="9148" y="2622"/>
                      <a:pt x="9173" y="2640"/>
                    </a:cubicBezTo>
                    <a:lnTo>
                      <a:pt x="9388" y="2762"/>
                    </a:lnTo>
                    <a:cubicBezTo>
                      <a:pt x="9438" y="2790"/>
                      <a:pt x="9438" y="2842"/>
                      <a:pt x="9388" y="2869"/>
                    </a:cubicBezTo>
                    <a:lnTo>
                      <a:pt x="9173" y="2999"/>
                    </a:lnTo>
                    <a:cubicBezTo>
                      <a:pt x="9144" y="3013"/>
                      <a:pt x="9110" y="3021"/>
                      <a:pt x="9076" y="3021"/>
                    </a:cubicBezTo>
                    <a:cubicBezTo>
                      <a:pt x="9042" y="3021"/>
                      <a:pt x="9008" y="3013"/>
                      <a:pt x="8980" y="2999"/>
                    </a:cubicBezTo>
                    <a:lnTo>
                      <a:pt x="8764" y="2869"/>
                    </a:lnTo>
                    <a:cubicBezTo>
                      <a:pt x="8712" y="2842"/>
                      <a:pt x="8712" y="2790"/>
                      <a:pt x="8764" y="2762"/>
                    </a:cubicBezTo>
                    <a:lnTo>
                      <a:pt x="8986" y="2640"/>
                    </a:lnTo>
                    <a:cubicBezTo>
                      <a:pt x="9011" y="2622"/>
                      <a:pt x="9046" y="2613"/>
                      <a:pt x="9080" y="2613"/>
                    </a:cubicBezTo>
                    <a:close/>
                    <a:moveTo>
                      <a:pt x="6074" y="2640"/>
                    </a:moveTo>
                    <a:cubicBezTo>
                      <a:pt x="6109" y="2640"/>
                      <a:pt x="6143" y="2647"/>
                      <a:pt x="6168" y="2661"/>
                    </a:cubicBezTo>
                    <a:lnTo>
                      <a:pt x="6406" y="2806"/>
                    </a:lnTo>
                    <a:cubicBezTo>
                      <a:pt x="6456" y="2833"/>
                      <a:pt x="6456" y="2876"/>
                      <a:pt x="6406" y="2912"/>
                    </a:cubicBezTo>
                    <a:lnTo>
                      <a:pt x="6190" y="3035"/>
                    </a:lnTo>
                    <a:cubicBezTo>
                      <a:pt x="6165" y="3050"/>
                      <a:pt x="6133" y="3057"/>
                      <a:pt x="6099" y="3057"/>
                    </a:cubicBezTo>
                    <a:cubicBezTo>
                      <a:pt x="6066" y="3057"/>
                      <a:pt x="6032" y="3050"/>
                      <a:pt x="6004" y="3035"/>
                    </a:cubicBezTo>
                    <a:lnTo>
                      <a:pt x="5766" y="2892"/>
                    </a:lnTo>
                    <a:cubicBezTo>
                      <a:pt x="5716" y="2862"/>
                      <a:pt x="5716" y="2812"/>
                      <a:pt x="5766" y="2783"/>
                    </a:cubicBezTo>
                    <a:lnTo>
                      <a:pt x="5981" y="2661"/>
                    </a:lnTo>
                    <a:cubicBezTo>
                      <a:pt x="6006" y="2647"/>
                      <a:pt x="6040" y="2640"/>
                      <a:pt x="6074" y="2640"/>
                    </a:cubicBezTo>
                    <a:close/>
                    <a:moveTo>
                      <a:pt x="6921" y="2740"/>
                    </a:moveTo>
                    <a:cubicBezTo>
                      <a:pt x="6954" y="2740"/>
                      <a:pt x="6988" y="2748"/>
                      <a:pt x="7016" y="2762"/>
                    </a:cubicBezTo>
                    <a:lnTo>
                      <a:pt x="7225" y="2885"/>
                    </a:lnTo>
                    <a:cubicBezTo>
                      <a:pt x="7275" y="2912"/>
                      <a:pt x="7275" y="2963"/>
                      <a:pt x="7225" y="2992"/>
                    </a:cubicBezTo>
                    <a:lnTo>
                      <a:pt x="6980" y="3128"/>
                    </a:lnTo>
                    <a:cubicBezTo>
                      <a:pt x="6955" y="3146"/>
                      <a:pt x="6923" y="3155"/>
                      <a:pt x="6890" y="3155"/>
                    </a:cubicBezTo>
                    <a:cubicBezTo>
                      <a:pt x="6856" y="3155"/>
                      <a:pt x="6822" y="3146"/>
                      <a:pt x="6794" y="3128"/>
                    </a:cubicBezTo>
                    <a:lnTo>
                      <a:pt x="6585" y="3006"/>
                    </a:lnTo>
                    <a:cubicBezTo>
                      <a:pt x="6535" y="2978"/>
                      <a:pt x="6535" y="2928"/>
                      <a:pt x="6585" y="2899"/>
                    </a:cubicBezTo>
                    <a:lnTo>
                      <a:pt x="6830" y="2762"/>
                    </a:lnTo>
                    <a:cubicBezTo>
                      <a:pt x="6855" y="2748"/>
                      <a:pt x="6887" y="2740"/>
                      <a:pt x="6921" y="2740"/>
                    </a:cubicBezTo>
                    <a:close/>
                    <a:moveTo>
                      <a:pt x="4748" y="2849"/>
                    </a:moveTo>
                    <a:cubicBezTo>
                      <a:pt x="4781" y="2849"/>
                      <a:pt x="4813" y="2856"/>
                      <a:pt x="4839" y="2869"/>
                    </a:cubicBezTo>
                    <a:lnTo>
                      <a:pt x="5055" y="2999"/>
                    </a:lnTo>
                    <a:cubicBezTo>
                      <a:pt x="5105" y="3028"/>
                      <a:pt x="5105" y="3071"/>
                      <a:pt x="5055" y="3107"/>
                    </a:cubicBezTo>
                    <a:lnTo>
                      <a:pt x="4867" y="3207"/>
                    </a:lnTo>
                    <a:cubicBezTo>
                      <a:pt x="4842" y="3226"/>
                      <a:pt x="4808" y="3235"/>
                      <a:pt x="4774" y="3235"/>
                    </a:cubicBezTo>
                    <a:cubicBezTo>
                      <a:pt x="4740" y="3235"/>
                      <a:pt x="4706" y="3226"/>
                      <a:pt x="4681" y="3207"/>
                    </a:cubicBezTo>
                    <a:lnTo>
                      <a:pt x="4465" y="3085"/>
                    </a:lnTo>
                    <a:cubicBezTo>
                      <a:pt x="4415" y="3057"/>
                      <a:pt x="4415" y="3006"/>
                      <a:pt x="4472" y="2978"/>
                    </a:cubicBezTo>
                    <a:lnTo>
                      <a:pt x="4651" y="2869"/>
                    </a:lnTo>
                    <a:cubicBezTo>
                      <a:pt x="4681" y="2856"/>
                      <a:pt x="4715" y="2849"/>
                      <a:pt x="4748" y="2849"/>
                    </a:cubicBezTo>
                    <a:close/>
                    <a:moveTo>
                      <a:pt x="3984" y="2935"/>
                    </a:moveTo>
                    <a:cubicBezTo>
                      <a:pt x="4018" y="2935"/>
                      <a:pt x="4052" y="2942"/>
                      <a:pt x="4077" y="2956"/>
                    </a:cubicBezTo>
                    <a:lnTo>
                      <a:pt x="4113" y="2978"/>
                    </a:lnTo>
                    <a:cubicBezTo>
                      <a:pt x="4163" y="3006"/>
                      <a:pt x="4163" y="3057"/>
                      <a:pt x="4113" y="3085"/>
                    </a:cubicBezTo>
                    <a:lnTo>
                      <a:pt x="3875" y="3221"/>
                    </a:lnTo>
                    <a:cubicBezTo>
                      <a:pt x="3846" y="3236"/>
                      <a:pt x="3812" y="3243"/>
                      <a:pt x="3779" y="3243"/>
                    </a:cubicBezTo>
                    <a:cubicBezTo>
                      <a:pt x="3746" y="3243"/>
                      <a:pt x="3714" y="3236"/>
                      <a:pt x="3689" y="3221"/>
                    </a:cubicBezTo>
                    <a:lnTo>
                      <a:pt x="3652" y="3201"/>
                    </a:lnTo>
                    <a:cubicBezTo>
                      <a:pt x="3602" y="3171"/>
                      <a:pt x="3602" y="3121"/>
                      <a:pt x="3652" y="3092"/>
                    </a:cubicBezTo>
                    <a:lnTo>
                      <a:pt x="3890" y="2956"/>
                    </a:lnTo>
                    <a:cubicBezTo>
                      <a:pt x="3915" y="2942"/>
                      <a:pt x="3950" y="2935"/>
                      <a:pt x="3984" y="2935"/>
                    </a:cubicBezTo>
                    <a:close/>
                    <a:moveTo>
                      <a:pt x="7681" y="2856"/>
                    </a:moveTo>
                    <a:cubicBezTo>
                      <a:pt x="7714" y="2856"/>
                      <a:pt x="7746" y="2862"/>
                      <a:pt x="7772" y="2876"/>
                    </a:cubicBezTo>
                    <a:lnTo>
                      <a:pt x="7995" y="3006"/>
                    </a:lnTo>
                    <a:cubicBezTo>
                      <a:pt x="8045" y="3035"/>
                      <a:pt x="8045" y="3085"/>
                      <a:pt x="7995" y="3114"/>
                    </a:cubicBezTo>
                    <a:lnTo>
                      <a:pt x="7779" y="3237"/>
                    </a:lnTo>
                    <a:cubicBezTo>
                      <a:pt x="7748" y="3256"/>
                      <a:pt x="7712" y="3265"/>
                      <a:pt x="7677" y="3265"/>
                    </a:cubicBezTo>
                    <a:cubicBezTo>
                      <a:pt x="7646" y="3265"/>
                      <a:pt x="7615" y="3258"/>
                      <a:pt x="7591" y="3244"/>
                    </a:cubicBezTo>
                    <a:lnTo>
                      <a:pt x="7368" y="3114"/>
                    </a:lnTo>
                    <a:cubicBezTo>
                      <a:pt x="7318" y="3085"/>
                      <a:pt x="7318" y="3035"/>
                      <a:pt x="7368" y="3006"/>
                    </a:cubicBezTo>
                    <a:lnTo>
                      <a:pt x="7584" y="2876"/>
                    </a:lnTo>
                    <a:cubicBezTo>
                      <a:pt x="7613" y="2862"/>
                      <a:pt x="7647" y="2856"/>
                      <a:pt x="7681" y="2856"/>
                    </a:cubicBezTo>
                    <a:close/>
                    <a:moveTo>
                      <a:pt x="8588" y="2899"/>
                    </a:moveTo>
                    <a:cubicBezTo>
                      <a:pt x="8621" y="2899"/>
                      <a:pt x="8655" y="2906"/>
                      <a:pt x="8685" y="2919"/>
                    </a:cubicBezTo>
                    <a:lnTo>
                      <a:pt x="8900" y="3049"/>
                    </a:lnTo>
                    <a:cubicBezTo>
                      <a:pt x="8950" y="3078"/>
                      <a:pt x="8950" y="3128"/>
                      <a:pt x="8900" y="3157"/>
                    </a:cubicBezTo>
                    <a:lnTo>
                      <a:pt x="8685" y="3280"/>
                    </a:lnTo>
                    <a:cubicBezTo>
                      <a:pt x="8655" y="3294"/>
                      <a:pt x="8621" y="3301"/>
                      <a:pt x="8588" y="3301"/>
                    </a:cubicBezTo>
                    <a:cubicBezTo>
                      <a:pt x="8555" y="3301"/>
                      <a:pt x="8522" y="3294"/>
                      <a:pt x="8497" y="3280"/>
                    </a:cubicBezTo>
                    <a:lnTo>
                      <a:pt x="8274" y="3157"/>
                    </a:lnTo>
                    <a:cubicBezTo>
                      <a:pt x="8224" y="3128"/>
                      <a:pt x="8224" y="3078"/>
                      <a:pt x="8274" y="3049"/>
                    </a:cubicBezTo>
                    <a:lnTo>
                      <a:pt x="8497" y="2919"/>
                    </a:lnTo>
                    <a:cubicBezTo>
                      <a:pt x="8522" y="2906"/>
                      <a:pt x="8555" y="2899"/>
                      <a:pt x="8588" y="2899"/>
                    </a:cubicBezTo>
                    <a:close/>
                    <a:moveTo>
                      <a:pt x="5593" y="2920"/>
                    </a:moveTo>
                    <a:cubicBezTo>
                      <a:pt x="5627" y="2920"/>
                      <a:pt x="5661" y="2927"/>
                      <a:pt x="5686" y="2942"/>
                    </a:cubicBezTo>
                    <a:lnTo>
                      <a:pt x="5924" y="3078"/>
                    </a:lnTo>
                    <a:cubicBezTo>
                      <a:pt x="5974" y="3107"/>
                      <a:pt x="5974" y="3157"/>
                      <a:pt x="5924" y="3187"/>
                    </a:cubicBezTo>
                    <a:lnTo>
                      <a:pt x="5702" y="3316"/>
                    </a:lnTo>
                    <a:cubicBezTo>
                      <a:pt x="5676" y="3330"/>
                      <a:pt x="5641" y="3337"/>
                      <a:pt x="5607" y="3337"/>
                    </a:cubicBezTo>
                    <a:cubicBezTo>
                      <a:pt x="5573" y="3337"/>
                      <a:pt x="5539" y="3330"/>
                      <a:pt x="5514" y="3316"/>
                    </a:cubicBezTo>
                    <a:lnTo>
                      <a:pt x="5277" y="3178"/>
                    </a:lnTo>
                    <a:cubicBezTo>
                      <a:pt x="5227" y="3151"/>
                      <a:pt x="5227" y="3101"/>
                      <a:pt x="5277" y="3071"/>
                    </a:cubicBezTo>
                    <a:lnTo>
                      <a:pt x="5500" y="2942"/>
                    </a:lnTo>
                    <a:cubicBezTo>
                      <a:pt x="5525" y="2927"/>
                      <a:pt x="5559" y="2920"/>
                      <a:pt x="5593" y="2920"/>
                    </a:cubicBezTo>
                    <a:close/>
                    <a:moveTo>
                      <a:pt x="6410" y="3035"/>
                    </a:moveTo>
                    <a:cubicBezTo>
                      <a:pt x="6443" y="3035"/>
                      <a:pt x="6477" y="3043"/>
                      <a:pt x="6506" y="3057"/>
                    </a:cubicBezTo>
                    <a:lnTo>
                      <a:pt x="6714" y="3178"/>
                    </a:lnTo>
                    <a:cubicBezTo>
                      <a:pt x="6765" y="3207"/>
                      <a:pt x="6765" y="3258"/>
                      <a:pt x="6714" y="3287"/>
                    </a:cubicBezTo>
                    <a:lnTo>
                      <a:pt x="6499" y="3409"/>
                    </a:lnTo>
                    <a:cubicBezTo>
                      <a:pt x="6474" y="3423"/>
                      <a:pt x="6440" y="3430"/>
                      <a:pt x="6406" y="3430"/>
                    </a:cubicBezTo>
                    <a:cubicBezTo>
                      <a:pt x="6372" y="3430"/>
                      <a:pt x="6338" y="3423"/>
                      <a:pt x="6313" y="3409"/>
                    </a:cubicBezTo>
                    <a:lnTo>
                      <a:pt x="6104" y="3287"/>
                    </a:lnTo>
                    <a:cubicBezTo>
                      <a:pt x="6054" y="3258"/>
                      <a:pt x="6054" y="3207"/>
                      <a:pt x="6104" y="3178"/>
                    </a:cubicBezTo>
                    <a:lnTo>
                      <a:pt x="6319" y="3057"/>
                    </a:lnTo>
                    <a:cubicBezTo>
                      <a:pt x="6344" y="3043"/>
                      <a:pt x="6377" y="3035"/>
                      <a:pt x="6410" y="3035"/>
                    </a:cubicBezTo>
                    <a:close/>
                    <a:moveTo>
                      <a:pt x="3473" y="3229"/>
                    </a:moveTo>
                    <a:cubicBezTo>
                      <a:pt x="3507" y="3229"/>
                      <a:pt x="3541" y="3236"/>
                      <a:pt x="3566" y="3251"/>
                    </a:cubicBezTo>
                    <a:lnTo>
                      <a:pt x="3602" y="3273"/>
                    </a:lnTo>
                    <a:cubicBezTo>
                      <a:pt x="3652" y="3301"/>
                      <a:pt x="3652" y="3351"/>
                      <a:pt x="3602" y="3380"/>
                    </a:cubicBezTo>
                    <a:lnTo>
                      <a:pt x="3394" y="3502"/>
                    </a:lnTo>
                    <a:cubicBezTo>
                      <a:pt x="3365" y="3517"/>
                      <a:pt x="3331" y="3524"/>
                      <a:pt x="3297" y="3524"/>
                    </a:cubicBezTo>
                    <a:cubicBezTo>
                      <a:pt x="3263" y="3524"/>
                      <a:pt x="3229" y="3517"/>
                      <a:pt x="3200" y="3502"/>
                    </a:cubicBezTo>
                    <a:lnTo>
                      <a:pt x="3171" y="3480"/>
                    </a:lnTo>
                    <a:cubicBezTo>
                      <a:pt x="3114" y="3452"/>
                      <a:pt x="3114" y="3402"/>
                      <a:pt x="3171" y="3373"/>
                    </a:cubicBezTo>
                    <a:lnTo>
                      <a:pt x="3380" y="3251"/>
                    </a:lnTo>
                    <a:cubicBezTo>
                      <a:pt x="3405" y="3236"/>
                      <a:pt x="3439" y="3229"/>
                      <a:pt x="3473" y="3229"/>
                    </a:cubicBezTo>
                    <a:close/>
                    <a:moveTo>
                      <a:pt x="4292" y="3114"/>
                    </a:moveTo>
                    <a:cubicBezTo>
                      <a:pt x="4326" y="3114"/>
                      <a:pt x="4361" y="3121"/>
                      <a:pt x="4386" y="3135"/>
                    </a:cubicBezTo>
                    <a:lnTo>
                      <a:pt x="4601" y="3258"/>
                    </a:lnTo>
                    <a:cubicBezTo>
                      <a:pt x="4651" y="3287"/>
                      <a:pt x="4651" y="3337"/>
                      <a:pt x="4594" y="3366"/>
                    </a:cubicBezTo>
                    <a:lnTo>
                      <a:pt x="4356" y="3502"/>
                    </a:lnTo>
                    <a:cubicBezTo>
                      <a:pt x="4331" y="3521"/>
                      <a:pt x="4297" y="3530"/>
                      <a:pt x="4263" y="3530"/>
                    </a:cubicBezTo>
                    <a:cubicBezTo>
                      <a:pt x="4229" y="3530"/>
                      <a:pt x="4195" y="3521"/>
                      <a:pt x="4170" y="3502"/>
                    </a:cubicBezTo>
                    <a:lnTo>
                      <a:pt x="3961" y="3380"/>
                    </a:lnTo>
                    <a:cubicBezTo>
                      <a:pt x="3904" y="3351"/>
                      <a:pt x="3911" y="3301"/>
                      <a:pt x="3961" y="3273"/>
                    </a:cubicBezTo>
                    <a:lnTo>
                      <a:pt x="4199" y="3135"/>
                    </a:lnTo>
                    <a:cubicBezTo>
                      <a:pt x="4224" y="3121"/>
                      <a:pt x="4258" y="3114"/>
                      <a:pt x="4292" y="3114"/>
                    </a:cubicBezTo>
                    <a:close/>
                    <a:moveTo>
                      <a:pt x="7192" y="3135"/>
                    </a:moveTo>
                    <a:cubicBezTo>
                      <a:pt x="7225" y="3135"/>
                      <a:pt x="7257" y="3143"/>
                      <a:pt x="7282" y="3157"/>
                    </a:cubicBezTo>
                    <a:lnTo>
                      <a:pt x="7505" y="3287"/>
                    </a:lnTo>
                    <a:cubicBezTo>
                      <a:pt x="7556" y="3316"/>
                      <a:pt x="7556" y="3366"/>
                      <a:pt x="7505" y="3394"/>
                    </a:cubicBezTo>
                    <a:lnTo>
                      <a:pt x="7268" y="3532"/>
                    </a:lnTo>
                    <a:cubicBezTo>
                      <a:pt x="7243" y="3549"/>
                      <a:pt x="7209" y="3558"/>
                      <a:pt x="7175" y="3558"/>
                    </a:cubicBezTo>
                    <a:cubicBezTo>
                      <a:pt x="7141" y="3558"/>
                      <a:pt x="7107" y="3549"/>
                      <a:pt x="7082" y="3532"/>
                    </a:cubicBezTo>
                    <a:lnTo>
                      <a:pt x="6858" y="3409"/>
                    </a:lnTo>
                    <a:cubicBezTo>
                      <a:pt x="6808" y="3380"/>
                      <a:pt x="6808" y="3330"/>
                      <a:pt x="6858" y="3301"/>
                    </a:cubicBezTo>
                    <a:lnTo>
                      <a:pt x="7103" y="3157"/>
                    </a:lnTo>
                    <a:cubicBezTo>
                      <a:pt x="7128" y="3143"/>
                      <a:pt x="7160" y="3135"/>
                      <a:pt x="7192" y="3135"/>
                    </a:cubicBezTo>
                    <a:close/>
                    <a:moveTo>
                      <a:pt x="5100" y="3203"/>
                    </a:moveTo>
                    <a:cubicBezTo>
                      <a:pt x="5134" y="3203"/>
                      <a:pt x="5166" y="3212"/>
                      <a:pt x="5191" y="3230"/>
                    </a:cubicBezTo>
                    <a:lnTo>
                      <a:pt x="5434" y="3366"/>
                    </a:lnTo>
                    <a:cubicBezTo>
                      <a:pt x="5486" y="3394"/>
                      <a:pt x="5486" y="3446"/>
                      <a:pt x="5428" y="3473"/>
                    </a:cubicBezTo>
                    <a:lnTo>
                      <a:pt x="5248" y="3582"/>
                    </a:lnTo>
                    <a:cubicBezTo>
                      <a:pt x="5220" y="3596"/>
                      <a:pt x="5186" y="3603"/>
                      <a:pt x="5152" y="3603"/>
                    </a:cubicBezTo>
                    <a:cubicBezTo>
                      <a:pt x="5119" y="3603"/>
                      <a:pt x="5087" y="3596"/>
                      <a:pt x="5062" y="3582"/>
                    </a:cubicBezTo>
                    <a:lnTo>
                      <a:pt x="4824" y="3446"/>
                    </a:lnTo>
                    <a:cubicBezTo>
                      <a:pt x="4767" y="3409"/>
                      <a:pt x="4767" y="3366"/>
                      <a:pt x="4824" y="3330"/>
                    </a:cubicBezTo>
                    <a:lnTo>
                      <a:pt x="5003" y="3230"/>
                    </a:lnTo>
                    <a:cubicBezTo>
                      <a:pt x="5032" y="3212"/>
                      <a:pt x="5067" y="3203"/>
                      <a:pt x="5100" y="3203"/>
                    </a:cubicBezTo>
                    <a:close/>
                    <a:moveTo>
                      <a:pt x="5928" y="3315"/>
                    </a:moveTo>
                    <a:cubicBezTo>
                      <a:pt x="5962" y="3315"/>
                      <a:pt x="5996" y="3322"/>
                      <a:pt x="6024" y="3337"/>
                    </a:cubicBezTo>
                    <a:lnTo>
                      <a:pt x="6233" y="3459"/>
                    </a:lnTo>
                    <a:cubicBezTo>
                      <a:pt x="6283" y="3489"/>
                      <a:pt x="6283" y="3539"/>
                      <a:pt x="6233" y="3566"/>
                    </a:cubicBezTo>
                    <a:lnTo>
                      <a:pt x="6011" y="3696"/>
                    </a:lnTo>
                    <a:cubicBezTo>
                      <a:pt x="5986" y="3710"/>
                      <a:pt x="5952" y="3718"/>
                      <a:pt x="5917" y="3718"/>
                    </a:cubicBezTo>
                    <a:cubicBezTo>
                      <a:pt x="5883" y="3718"/>
                      <a:pt x="5848" y="3710"/>
                      <a:pt x="5823" y="3696"/>
                    </a:cubicBezTo>
                    <a:lnTo>
                      <a:pt x="5616" y="3575"/>
                    </a:lnTo>
                    <a:cubicBezTo>
                      <a:pt x="5557" y="3546"/>
                      <a:pt x="5564" y="3496"/>
                      <a:pt x="5616" y="3466"/>
                    </a:cubicBezTo>
                    <a:lnTo>
                      <a:pt x="5831" y="3337"/>
                    </a:lnTo>
                    <a:cubicBezTo>
                      <a:pt x="5860" y="3322"/>
                      <a:pt x="5894" y="3315"/>
                      <a:pt x="5928" y="3315"/>
                    </a:cubicBezTo>
                    <a:close/>
                    <a:moveTo>
                      <a:pt x="3782" y="3409"/>
                    </a:moveTo>
                    <a:cubicBezTo>
                      <a:pt x="3816" y="3409"/>
                      <a:pt x="3850" y="3416"/>
                      <a:pt x="3875" y="3430"/>
                    </a:cubicBezTo>
                    <a:lnTo>
                      <a:pt x="4091" y="3553"/>
                    </a:lnTo>
                    <a:cubicBezTo>
                      <a:pt x="4141" y="3582"/>
                      <a:pt x="4141" y="3632"/>
                      <a:pt x="4091" y="3661"/>
                    </a:cubicBezTo>
                    <a:lnTo>
                      <a:pt x="3875" y="3782"/>
                    </a:lnTo>
                    <a:cubicBezTo>
                      <a:pt x="3850" y="3797"/>
                      <a:pt x="3816" y="3804"/>
                      <a:pt x="3782" y="3804"/>
                    </a:cubicBezTo>
                    <a:cubicBezTo>
                      <a:pt x="3748" y="3804"/>
                      <a:pt x="3714" y="3797"/>
                      <a:pt x="3689" y="3782"/>
                    </a:cubicBezTo>
                    <a:lnTo>
                      <a:pt x="3473" y="3661"/>
                    </a:lnTo>
                    <a:cubicBezTo>
                      <a:pt x="3423" y="3632"/>
                      <a:pt x="3423" y="3582"/>
                      <a:pt x="3480" y="3553"/>
                    </a:cubicBezTo>
                    <a:lnTo>
                      <a:pt x="3689" y="3430"/>
                    </a:lnTo>
                    <a:cubicBezTo>
                      <a:pt x="3714" y="3416"/>
                      <a:pt x="3748" y="3409"/>
                      <a:pt x="3782" y="3409"/>
                    </a:cubicBezTo>
                    <a:close/>
                    <a:moveTo>
                      <a:pt x="2992" y="3510"/>
                    </a:moveTo>
                    <a:cubicBezTo>
                      <a:pt x="3026" y="3510"/>
                      <a:pt x="3060" y="3517"/>
                      <a:pt x="3085" y="3532"/>
                    </a:cubicBezTo>
                    <a:lnTo>
                      <a:pt x="3121" y="3553"/>
                    </a:lnTo>
                    <a:cubicBezTo>
                      <a:pt x="3171" y="3582"/>
                      <a:pt x="3171" y="3632"/>
                      <a:pt x="3121" y="3661"/>
                    </a:cubicBezTo>
                    <a:lnTo>
                      <a:pt x="2899" y="3782"/>
                    </a:lnTo>
                    <a:cubicBezTo>
                      <a:pt x="2873" y="3800"/>
                      <a:pt x="2838" y="3809"/>
                      <a:pt x="2804" y="3809"/>
                    </a:cubicBezTo>
                    <a:cubicBezTo>
                      <a:pt x="2770" y="3809"/>
                      <a:pt x="2736" y="3800"/>
                      <a:pt x="2710" y="3782"/>
                    </a:cubicBezTo>
                    <a:lnTo>
                      <a:pt x="2674" y="3768"/>
                    </a:lnTo>
                    <a:cubicBezTo>
                      <a:pt x="2624" y="3732"/>
                      <a:pt x="2624" y="3689"/>
                      <a:pt x="2674" y="3653"/>
                    </a:cubicBezTo>
                    <a:lnTo>
                      <a:pt x="2899" y="3532"/>
                    </a:lnTo>
                    <a:cubicBezTo>
                      <a:pt x="2924" y="3517"/>
                      <a:pt x="2958" y="3510"/>
                      <a:pt x="2992" y="3510"/>
                    </a:cubicBezTo>
                    <a:close/>
                    <a:moveTo>
                      <a:pt x="6683" y="3430"/>
                    </a:moveTo>
                    <a:cubicBezTo>
                      <a:pt x="6716" y="3430"/>
                      <a:pt x="6751" y="3438"/>
                      <a:pt x="6780" y="3452"/>
                    </a:cubicBezTo>
                    <a:lnTo>
                      <a:pt x="6996" y="3582"/>
                    </a:lnTo>
                    <a:cubicBezTo>
                      <a:pt x="7046" y="3609"/>
                      <a:pt x="7046" y="3661"/>
                      <a:pt x="6996" y="3689"/>
                    </a:cubicBezTo>
                    <a:lnTo>
                      <a:pt x="6787" y="3811"/>
                    </a:lnTo>
                    <a:cubicBezTo>
                      <a:pt x="6758" y="3826"/>
                      <a:pt x="6724" y="3833"/>
                      <a:pt x="6690" y="3833"/>
                    </a:cubicBezTo>
                    <a:cubicBezTo>
                      <a:pt x="6657" y="3833"/>
                      <a:pt x="6625" y="3826"/>
                      <a:pt x="6599" y="3811"/>
                    </a:cubicBezTo>
                    <a:lnTo>
                      <a:pt x="6376" y="3682"/>
                    </a:lnTo>
                    <a:cubicBezTo>
                      <a:pt x="6326" y="3653"/>
                      <a:pt x="6326" y="3609"/>
                      <a:pt x="6376" y="3575"/>
                    </a:cubicBezTo>
                    <a:lnTo>
                      <a:pt x="6592" y="3452"/>
                    </a:lnTo>
                    <a:cubicBezTo>
                      <a:pt x="6617" y="3438"/>
                      <a:pt x="6649" y="3430"/>
                      <a:pt x="6683" y="3430"/>
                    </a:cubicBezTo>
                    <a:close/>
                    <a:moveTo>
                      <a:pt x="4644" y="3467"/>
                    </a:moveTo>
                    <a:cubicBezTo>
                      <a:pt x="4678" y="3467"/>
                      <a:pt x="4712" y="3474"/>
                      <a:pt x="4738" y="3489"/>
                    </a:cubicBezTo>
                    <a:lnTo>
                      <a:pt x="4976" y="3625"/>
                    </a:lnTo>
                    <a:cubicBezTo>
                      <a:pt x="5026" y="3661"/>
                      <a:pt x="5026" y="3704"/>
                      <a:pt x="4976" y="3739"/>
                    </a:cubicBezTo>
                    <a:lnTo>
                      <a:pt x="4738" y="3877"/>
                    </a:lnTo>
                    <a:cubicBezTo>
                      <a:pt x="4712" y="3891"/>
                      <a:pt x="4678" y="3898"/>
                      <a:pt x="4644" y="3898"/>
                    </a:cubicBezTo>
                    <a:cubicBezTo>
                      <a:pt x="4610" y="3898"/>
                      <a:pt x="4576" y="3891"/>
                      <a:pt x="4551" y="3877"/>
                    </a:cubicBezTo>
                    <a:lnTo>
                      <a:pt x="4313" y="3739"/>
                    </a:lnTo>
                    <a:cubicBezTo>
                      <a:pt x="4256" y="3704"/>
                      <a:pt x="4256" y="3661"/>
                      <a:pt x="4313" y="3625"/>
                    </a:cubicBezTo>
                    <a:lnTo>
                      <a:pt x="4551" y="3489"/>
                    </a:lnTo>
                    <a:cubicBezTo>
                      <a:pt x="4576" y="3474"/>
                      <a:pt x="4610" y="3467"/>
                      <a:pt x="4644" y="3467"/>
                    </a:cubicBezTo>
                    <a:close/>
                    <a:moveTo>
                      <a:pt x="5435" y="3596"/>
                    </a:moveTo>
                    <a:cubicBezTo>
                      <a:pt x="5469" y="3596"/>
                      <a:pt x="5503" y="3603"/>
                      <a:pt x="5529" y="3618"/>
                    </a:cubicBezTo>
                    <a:lnTo>
                      <a:pt x="5736" y="3739"/>
                    </a:lnTo>
                    <a:cubicBezTo>
                      <a:pt x="5795" y="3768"/>
                      <a:pt x="5795" y="3818"/>
                      <a:pt x="5736" y="3847"/>
                    </a:cubicBezTo>
                    <a:lnTo>
                      <a:pt x="5557" y="3954"/>
                    </a:lnTo>
                    <a:cubicBezTo>
                      <a:pt x="5528" y="3969"/>
                      <a:pt x="5494" y="3976"/>
                      <a:pt x="5460" y="3976"/>
                    </a:cubicBezTo>
                    <a:cubicBezTo>
                      <a:pt x="5426" y="3976"/>
                      <a:pt x="5392" y="3969"/>
                      <a:pt x="5364" y="3954"/>
                    </a:cubicBezTo>
                    <a:lnTo>
                      <a:pt x="5155" y="3834"/>
                    </a:lnTo>
                    <a:cubicBezTo>
                      <a:pt x="5105" y="3804"/>
                      <a:pt x="5105" y="3754"/>
                      <a:pt x="5155" y="3725"/>
                    </a:cubicBezTo>
                    <a:lnTo>
                      <a:pt x="5341" y="3618"/>
                    </a:lnTo>
                    <a:cubicBezTo>
                      <a:pt x="5366" y="3603"/>
                      <a:pt x="5400" y="3596"/>
                      <a:pt x="5435" y="3596"/>
                    </a:cubicBezTo>
                    <a:close/>
                    <a:moveTo>
                      <a:pt x="3300" y="3689"/>
                    </a:moveTo>
                    <a:cubicBezTo>
                      <a:pt x="3335" y="3689"/>
                      <a:pt x="3369" y="3697"/>
                      <a:pt x="3394" y="3711"/>
                    </a:cubicBezTo>
                    <a:lnTo>
                      <a:pt x="3602" y="3834"/>
                    </a:lnTo>
                    <a:cubicBezTo>
                      <a:pt x="3659" y="3861"/>
                      <a:pt x="3659" y="3911"/>
                      <a:pt x="3602" y="3941"/>
                    </a:cubicBezTo>
                    <a:lnTo>
                      <a:pt x="3387" y="4070"/>
                    </a:lnTo>
                    <a:cubicBezTo>
                      <a:pt x="3358" y="4085"/>
                      <a:pt x="3324" y="4092"/>
                      <a:pt x="3291" y="4092"/>
                    </a:cubicBezTo>
                    <a:cubicBezTo>
                      <a:pt x="3258" y="4092"/>
                      <a:pt x="3225" y="4085"/>
                      <a:pt x="3200" y="4070"/>
                    </a:cubicBezTo>
                    <a:lnTo>
                      <a:pt x="2985" y="3941"/>
                    </a:lnTo>
                    <a:cubicBezTo>
                      <a:pt x="2933" y="3911"/>
                      <a:pt x="2933" y="3868"/>
                      <a:pt x="2985" y="3834"/>
                    </a:cubicBezTo>
                    <a:lnTo>
                      <a:pt x="3207" y="3711"/>
                    </a:lnTo>
                    <a:cubicBezTo>
                      <a:pt x="3232" y="3697"/>
                      <a:pt x="3266" y="3689"/>
                      <a:pt x="3300" y="3689"/>
                    </a:cubicBezTo>
                    <a:close/>
                    <a:moveTo>
                      <a:pt x="2502" y="3789"/>
                    </a:moveTo>
                    <a:cubicBezTo>
                      <a:pt x="2536" y="3789"/>
                      <a:pt x="2571" y="3797"/>
                      <a:pt x="2597" y="3811"/>
                    </a:cubicBezTo>
                    <a:lnTo>
                      <a:pt x="2631" y="3834"/>
                    </a:lnTo>
                    <a:cubicBezTo>
                      <a:pt x="2683" y="3861"/>
                      <a:pt x="2683" y="3911"/>
                      <a:pt x="2624" y="3941"/>
                    </a:cubicBezTo>
                    <a:lnTo>
                      <a:pt x="2402" y="4077"/>
                    </a:lnTo>
                    <a:cubicBezTo>
                      <a:pt x="2373" y="4092"/>
                      <a:pt x="2339" y="4099"/>
                      <a:pt x="2305" y="4099"/>
                    </a:cubicBezTo>
                    <a:cubicBezTo>
                      <a:pt x="2271" y="4099"/>
                      <a:pt x="2237" y="4092"/>
                      <a:pt x="2208" y="4077"/>
                    </a:cubicBezTo>
                    <a:lnTo>
                      <a:pt x="2179" y="4056"/>
                    </a:lnTo>
                    <a:cubicBezTo>
                      <a:pt x="2122" y="4027"/>
                      <a:pt x="2129" y="3977"/>
                      <a:pt x="2179" y="3948"/>
                    </a:cubicBezTo>
                    <a:lnTo>
                      <a:pt x="2409" y="3811"/>
                    </a:lnTo>
                    <a:cubicBezTo>
                      <a:pt x="2434" y="3797"/>
                      <a:pt x="2468" y="3789"/>
                      <a:pt x="2502" y="3789"/>
                    </a:cubicBezTo>
                    <a:close/>
                    <a:moveTo>
                      <a:pt x="6200" y="3711"/>
                    </a:moveTo>
                    <a:cubicBezTo>
                      <a:pt x="6233" y="3711"/>
                      <a:pt x="6265" y="3718"/>
                      <a:pt x="6290" y="3732"/>
                    </a:cubicBezTo>
                    <a:lnTo>
                      <a:pt x="6513" y="3861"/>
                    </a:lnTo>
                    <a:cubicBezTo>
                      <a:pt x="6564" y="3891"/>
                      <a:pt x="6564" y="3941"/>
                      <a:pt x="6513" y="3970"/>
                    </a:cubicBezTo>
                    <a:lnTo>
                      <a:pt x="6290" y="4099"/>
                    </a:lnTo>
                    <a:cubicBezTo>
                      <a:pt x="6265" y="4113"/>
                      <a:pt x="6231" y="4120"/>
                      <a:pt x="6197" y="4120"/>
                    </a:cubicBezTo>
                    <a:cubicBezTo>
                      <a:pt x="6163" y="4120"/>
                      <a:pt x="6129" y="4113"/>
                      <a:pt x="6104" y="4099"/>
                    </a:cubicBezTo>
                    <a:lnTo>
                      <a:pt x="5888" y="3970"/>
                    </a:lnTo>
                    <a:cubicBezTo>
                      <a:pt x="5831" y="3941"/>
                      <a:pt x="5831" y="3891"/>
                      <a:pt x="5888" y="3861"/>
                    </a:cubicBezTo>
                    <a:lnTo>
                      <a:pt x="6104" y="3732"/>
                    </a:lnTo>
                    <a:cubicBezTo>
                      <a:pt x="6132" y="3718"/>
                      <a:pt x="6166" y="3711"/>
                      <a:pt x="6200" y="3711"/>
                    </a:cubicBezTo>
                    <a:close/>
                    <a:moveTo>
                      <a:pt x="4134" y="3761"/>
                    </a:moveTo>
                    <a:cubicBezTo>
                      <a:pt x="4168" y="3761"/>
                      <a:pt x="4202" y="3768"/>
                      <a:pt x="4227" y="3782"/>
                    </a:cubicBezTo>
                    <a:lnTo>
                      <a:pt x="4465" y="3920"/>
                    </a:lnTo>
                    <a:cubicBezTo>
                      <a:pt x="4515" y="3954"/>
                      <a:pt x="4515" y="3998"/>
                      <a:pt x="4465" y="4034"/>
                    </a:cubicBezTo>
                    <a:lnTo>
                      <a:pt x="4256" y="4156"/>
                    </a:lnTo>
                    <a:cubicBezTo>
                      <a:pt x="4228" y="4171"/>
                      <a:pt x="4194" y="4178"/>
                      <a:pt x="4160" y="4178"/>
                    </a:cubicBezTo>
                    <a:cubicBezTo>
                      <a:pt x="4127" y="4178"/>
                      <a:pt x="4095" y="4171"/>
                      <a:pt x="4070" y="4156"/>
                    </a:cubicBezTo>
                    <a:lnTo>
                      <a:pt x="3825" y="4013"/>
                    </a:lnTo>
                    <a:cubicBezTo>
                      <a:pt x="3775" y="3984"/>
                      <a:pt x="3775" y="3934"/>
                      <a:pt x="3832" y="3904"/>
                    </a:cubicBezTo>
                    <a:lnTo>
                      <a:pt x="4041" y="3782"/>
                    </a:lnTo>
                    <a:cubicBezTo>
                      <a:pt x="4066" y="3768"/>
                      <a:pt x="4100" y="3761"/>
                      <a:pt x="4134" y="3761"/>
                    </a:cubicBezTo>
                    <a:close/>
                    <a:moveTo>
                      <a:pt x="4982" y="3862"/>
                    </a:moveTo>
                    <a:cubicBezTo>
                      <a:pt x="5017" y="3862"/>
                      <a:pt x="5051" y="3869"/>
                      <a:pt x="5076" y="3884"/>
                    </a:cubicBezTo>
                    <a:lnTo>
                      <a:pt x="5284" y="4006"/>
                    </a:lnTo>
                    <a:cubicBezTo>
                      <a:pt x="5334" y="4034"/>
                      <a:pt x="5334" y="4084"/>
                      <a:pt x="5284" y="4113"/>
                    </a:cubicBezTo>
                    <a:lnTo>
                      <a:pt x="5046" y="4249"/>
                    </a:lnTo>
                    <a:cubicBezTo>
                      <a:pt x="5018" y="4264"/>
                      <a:pt x="4984" y="4271"/>
                      <a:pt x="4951" y="4271"/>
                    </a:cubicBezTo>
                    <a:cubicBezTo>
                      <a:pt x="4917" y="4271"/>
                      <a:pt x="4885" y="4264"/>
                      <a:pt x="4860" y="4249"/>
                    </a:cubicBezTo>
                    <a:lnTo>
                      <a:pt x="4644" y="4127"/>
                    </a:lnTo>
                    <a:cubicBezTo>
                      <a:pt x="4594" y="4099"/>
                      <a:pt x="4594" y="4049"/>
                      <a:pt x="4644" y="4020"/>
                    </a:cubicBezTo>
                    <a:lnTo>
                      <a:pt x="4889" y="3884"/>
                    </a:lnTo>
                    <a:cubicBezTo>
                      <a:pt x="4914" y="3869"/>
                      <a:pt x="4948" y="3862"/>
                      <a:pt x="4982" y="3862"/>
                    </a:cubicBezTo>
                    <a:close/>
                    <a:moveTo>
                      <a:pt x="2809" y="3970"/>
                    </a:moveTo>
                    <a:cubicBezTo>
                      <a:pt x="2842" y="3970"/>
                      <a:pt x="2876" y="3977"/>
                      <a:pt x="2905" y="3991"/>
                    </a:cubicBezTo>
                    <a:lnTo>
                      <a:pt x="3114" y="4113"/>
                    </a:lnTo>
                    <a:cubicBezTo>
                      <a:pt x="3164" y="4142"/>
                      <a:pt x="3164" y="4193"/>
                      <a:pt x="3114" y="4222"/>
                    </a:cubicBezTo>
                    <a:lnTo>
                      <a:pt x="2883" y="4358"/>
                    </a:lnTo>
                    <a:cubicBezTo>
                      <a:pt x="2858" y="4372"/>
                      <a:pt x="2824" y="4379"/>
                      <a:pt x="2790" y="4379"/>
                    </a:cubicBezTo>
                    <a:cubicBezTo>
                      <a:pt x="2756" y="4379"/>
                      <a:pt x="2722" y="4372"/>
                      <a:pt x="2697" y="4358"/>
                    </a:cubicBezTo>
                    <a:lnTo>
                      <a:pt x="2481" y="4236"/>
                    </a:lnTo>
                    <a:cubicBezTo>
                      <a:pt x="2431" y="4206"/>
                      <a:pt x="2431" y="4156"/>
                      <a:pt x="2488" y="4127"/>
                    </a:cubicBezTo>
                    <a:lnTo>
                      <a:pt x="2717" y="3991"/>
                    </a:lnTo>
                    <a:cubicBezTo>
                      <a:pt x="2743" y="3977"/>
                      <a:pt x="2776" y="3970"/>
                      <a:pt x="2809" y="3970"/>
                    </a:cubicBezTo>
                    <a:close/>
                    <a:moveTo>
                      <a:pt x="5709" y="3993"/>
                    </a:moveTo>
                    <a:cubicBezTo>
                      <a:pt x="5743" y="3993"/>
                      <a:pt x="5777" y="4002"/>
                      <a:pt x="5802" y="4020"/>
                    </a:cubicBezTo>
                    <a:lnTo>
                      <a:pt x="6024" y="4142"/>
                    </a:lnTo>
                    <a:cubicBezTo>
                      <a:pt x="6074" y="4170"/>
                      <a:pt x="6074" y="4222"/>
                      <a:pt x="6024" y="4249"/>
                    </a:cubicBezTo>
                    <a:lnTo>
                      <a:pt x="5838" y="4358"/>
                    </a:lnTo>
                    <a:cubicBezTo>
                      <a:pt x="5813" y="4372"/>
                      <a:pt x="5779" y="4379"/>
                      <a:pt x="5745" y="4379"/>
                    </a:cubicBezTo>
                    <a:cubicBezTo>
                      <a:pt x="5710" y="4379"/>
                      <a:pt x="5676" y="4372"/>
                      <a:pt x="5650" y="4358"/>
                    </a:cubicBezTo>
                    <a:lnTo>
                      <a:pt x="5428" y="4236"/>
                    </a:lnTo>
                    <a:cubicBezTo>
                      <a:pt x="5378" y="4199"/>
                      <a:pt x="5378" y="4156"/>
                      <a:pt x="5428" y="4127"/>
                    </a:cubicBezTo>
                    <a:lnTo>
                      <a:pt x="5616" y="4020"/>
                    </a:lnTo>
                    <a:cubicBezTo>
                      <a:pt x="5641" y="4002"/>
                      <a:pt x="5675" y="3993"/>
                      <a:pt x="5709" y="3993"/>
                    </a:cubicBezTo>
                    <a:close/>
                    <a:moveTo>
                      <a:pt x="2000" y="4077"/>
                    </a:moveTo>
                    <a:cubicBezTo>
                      <a:pt x="2034" y="4077"/>
                      <a:pt x="2068" y="4085"/>
                      <a:pt x="2093" y="4099"/>
                    </a:cubicBezTo>
                    <a:lnTo>
                      <a:pt x="2129" y="4120"/>
                    </a:lnTo>
                    <a:cubicBezTo>
                      <a:pt x="2179" y="4149"/>
                      <a:pt x="2179" y="4199"/>
                      <a:pt x="2129" y="4229"/>
                    </a:cubicBezTo>
                    <a:lnTo>
                      <a:pt x="1891" y="4372"/>
                    </a:lnTo>
                    <a:cubicBezTo>
                      <a:pt x="1863" y="4387"/>
                      <a:pt x="1829" y="4394"/>
                      <a:pt x="1795" y="4394"/>
                    </a:cubicBezTo>
                    <a:cubicBezTo>
                      <a:pt x="1762" y="4394"/>
                      <a:pt x="1730" y="4387"/>
                      <a:pt x="1705" y="4372"/>
                    </a:cubicBezTo>
                    <a:lnTo>
                      <a:pt x="1669" y="4351"/>
                    </a:lnTo>
                    <a:cubicBezTo>
                      <a:pt x="1618" y="4322"/>
                      <a:pt x="1618" y="4272"/>
                      <a:pt x="1669" y="4243"/>
                    </a:cubicBezTo>
                    <a:lnTo>
                      <a:pt x="1907" y="4099"/>
                    </a:lnTo>
                    <a:cubicBezTo>
                      <a:pt x="1932" y="4085"/>
                      <a:pt x="1966" y="4077"/>
                      <a:pt x="2000" y="4077"/>
                    </a:cubicBezTo>
                    <a:close/>
                    <a:moveTo>
                      <a:pt x="3652" y="4041"/>
                    </a:moveTo>
                    <a:cubicBezTo>
                      <a:pt x="3686" y="4041"/>
                      <a:pt x="3721" y="4048"/>
                      <a:pt x="3746" y="4063"/>
                    </a:cubicBezTo>
                    <a:lnTo>
                      <a:pt x="3984" y="4199"/>
                    </a:lnTo>
                    <a:cubicBezTo>
                      <a:pt x="4034" y="4229"/>
                      <a:pt x="4034" y="4279"/>
                      <a:pt x="3984" y="4308"/>
                    </a:cubicBezTo>
                    <a:lnTo>
                      <a:pt x="3761" y="4437"/>
                    </a:lnTo>
                    <a:cubicBezTo>
                      <a:pt x="3735" y="4451"/>
                      <a:pt x="3701" y="4458"/>
                      <a:pt x="3666" y="4458"/>
                    </a:cubicBezTo>
                    <a:cubicBezTo>
                      <a:pt x="3632" y="4458"/>
                      <a:pt x="3598" y="4451"/>
                      <a:pt x="3573" y="4437"/>
                    </a:cubicBezTo>
                    <a:lnTo>
                      <a:pt x="3337" y="4299"/>
                    </a:lnTo>
                    <a:cubicBezTo>
                      <a:pt x="3287" y="4272"/>
                      <a:pt x="3287" y="4222"/>
                      <a:pt x="3337" y="4193"/>
                    </a:cubicBezTo>
                    <a:lnTo>
                      <a:pt x="3559" y="4063"/>
                    </a:lnTo>
                    <a:cubicBezTo>
                      <a:pt x="3584" y="4048"/>
                      <a:pt x="3618" y="4041"/>
                      <a:pt x="3652" y="4041"/>
                    </a:cubicBezTo>
                    <a:close/>
                    <a:moveTo>
                      <a:pt x="4472" y="4157"/>
                    </a:moveTo>
                    <a:cubicBezTo>
                      <a:pt x="4506" y="4157"/>
                      <a:pt x="4540" y="4164"/>
                      <a:pt x="4565" y="4179"/>
                    </a:cubicBezTo>
                    <a:lnTo>
                      <a:pt x="4774" y="4299"/>
                    </a:lnTo>
                    <a:cubicBezTo>
                      <a:pt x="4824" y="4329"/>
                      <a:pt x="4824" y="4379"/>
                      <a:pt x="4774" y="4408"/>
                    </a:cubicBezTo>
                    <a:lnTo>
                      <a:pt x="4558" y="4531"/>
                    </a:lnTo>
                    <a:cubicBezTo>
                      <a:pt x="4533" y="4544"/>
                      <a:pt x="4501" y="4551"/>
                      <a:pt x="4468" y="4551"/>
                    </a:cubicBezTo>
                    <a:cubicBezTo>
                      <a:pt x="4434" y="4551"/>
                      <a:pt x="4400" y="4544"/>
                      <a:pt x="4372" y="4531"/>
                    </a:cubicBezTo>
                    <a:lnTo>
                      <a:pt x="4163" y="4408"/>
                    </a:lnTo>
                    <a:cubicBezTo>
                      <a:pt x="4113" y="4379"/>
                      <a:pt x="4113" y="4329"/>
                      <a:pt x="4163" y="4299"/>
                    </a:cubicBezTo>
                    <a:lnTo>
                      <a:pt x="4379" y="4179"/>
                    </a:lnTo>
                    <a:cubicBezTo>
                      <a:pt x="4404" y="4164"/>
                      <a:pt x="4438" y="4157"/>
                      <a:pt x="4472" y="4157"/>
                    </a:cubicBezTo>
                    <a:close/>
                    <a:moveTo>
                      <a:pt x="1489" y="4372"/>
                    </a:moveTo>
                    <a:cubicBezTo>
                      <a:pt x="1523" y="4372"/>
                      <a:pt x="1557" y="4380"/>
                      <a:pt x="1582" y="4394"/>
                    </a:cubicBezTo>
                    <a:lnTo>
                      <a:pt x="1618" y="4415"/>
                    </a:lnTo>
                    <a:cubicBezTo>
                      <a:pt x="1669" y="4444"/>
                      <a:pt x="1669" y="4494"/>
                      <a:pt x="1618" y="4524"/>
                    </a:cubicBezTo>
                    <a:lnTo>
                      <a:pt x="1410" y="4644"/>
                    </a:lnTo>
                    <a:cubicBezTo>
                      <a:pt x="1381" y="4659"/>
                      <a:pt x="1347" y="4666"/>
                      <a:pt x="1313" y="4666"/>
                    </a:cubicBezTo>
                    <a:cubicBezTo>
                      <a:pt x="1279" y="4666"/>
                      <a:pt x="1245" y="4659"/>
                      <a:pt x="1217" y="4644"/>
                    </a:cubicBezTo>
                    <a:lnTo>
                      <a:pt x="1187" y="4624"/>
                    </a:lnTo>
                    <a:cubicBezTo>
                      <a:pt x="1130" y="4594"/>
                      <a:pt x="1130" y="4551"/>
                      <a:pt x="1187" y="4515"/>
                    </a:cubicBezTo>
                    <a:lnTo>
                      <a:pt x="1396" y="4394"/>
                    </a:lnTo>
                    <a:cubicBezTo>
                      <a:pt x="1421" y="4380"/>
                      <a:pt x="1455" y="4372"/>
                      <a:pt x="1489" y="4372"/>
                    </a:cubicBezTo>
                    <a:close/>
                    <a:moveTo>
                      <a:pt x="5252" y="4257"/>
                    </a:moveTo>
                    <a:cubicBezTo>
                      <a:pt x="5286" y="4257"/>
                      <a:pt x="5320" y="4264"/>
                      <a:pt x="5348" y="4279"/>
                    </a:cubicBezTo>
                    <a:lnTo>
                      <a:pt x="5564" y="4408"/>
                    </a:lnTo>
                    <a:cubicBezTo>
                      <a:pt x="5616" y="4437"/>
                      <a:pt x="5616" y="4488"/>
                      <a:pt x="5564" y="4515"/>
                    </a:cubicBezTo>
                    <a:lnTo>
                      <a:pt x="5327" y="4653"/>
                    </a:lnTo>
                    <a:cubicBezTo>
                      <a:pt x="5302" y="4667"/>
                      <a:pt x="5268" y="4674"/>
                      <a:pt x="5234" y="4674"/>
                    </a:cubicBezTo>
                    <a:cubicBezTo>
                      <a:pt x="5200" y="4674"/>
                      <a:pt x="5166" y="4667"/>
                      <a:pt x="5141" y="4653"/>
                    </a:cubicBezTo>
                    <a:lnTo>
                      <a:pt x="4917" y="4531"/>
                    </a:lnTo>
                    <a:cubicBezTo>
                      <a:pt x="4867" y="4494"/>
                      <a:pt x="4867" y="4451"/>
                      <a:pt x="4917" y="4415"/>
                    </a:cubicBezTo>
                    <a:lnTo>
                      <a:pt x="5162" y="4279"/>
                    </a:lnTo>
                    <a:cubicBezTo>
                      <a:pt x="5187" y="4264"/>
                      <a:pt x="5219" y="4257"/>
                      <a:pt x="5252" y="4257"/>
                    </a:cubicBezTo>
                    <a:close/>
                    <a:moveTo>
                      <a:pt x="3162" y="4322"/>
                    </a:moveTo>
                    <a:cubicBezTo>
                      <a:pt x="3195" y="4322"/>
                      <a:pt x="3229" y="4329"/>
                      <a:pt x="3257" y="4343"/>
                    </a:cubicBezTo>
                    <a:lnTo>
                      <a:pt x="3494" y="4488"/>
                    </a:lnTo>
                    <a:cubicBezTo>
                      <a:pt x="3545" y="4515"/>
                      <a:pt x="3545" y="4567"/>
                      <a:pt x="3494" y="4594"/>
                    </a:cubicBezTo>
                    <a:lnTo>
                      <a:pt x="3264" y="4724"/>
                    </a:lnTo>
                    <a:cubicBezTo>
                      <a:pt x="3236" y="4739"/>
                      <a:pt x="3202" y="4746"/>
                      <a:pt x="3169" y="4746"/>
                    </a:cubicBezTo>
                    <a:cubicBezTo>
                      <a:pt x="3135" y="4746"/>
                      <a:pt x="3103" y="4739"/>
                      <a:pt x="3078" y="4724"/>
                    </a:cubicBezTo>
                    <a:lnTo>
                      <a:pt x="2833" y="4588"/>
                    </a:lnTo>
                    <a:cubicBezTo>
                      <a:pt x="2783" y="4558"/>
                      <a:pt x="2783" y="4508"/>
                      <a:pt x="2840" y="4481"/>
                    </a:cubicBezTo>
                    <a:lnTo>
                      <a:pt x="3071" y="4343"/>
                    </a:lnTo>
                    <a:cubicBezTo>
                      <a:pt x="3096" y="4329"/>
                      <a:pt x="3128" y="4322"/>
                      <a:pt x="3162" y="4322"/>
                    </a:cubicBezTo>
                    <a:close/>
                    <a:moveTo>
                      <a:pt x="3991" y="4431"/>
                    </a:moveTo>
                    <a:cubicBezTo>
                      <a:pt x="4025" y="4431"/>
                      <a:pt x="4059" y="4440"/>
                      <a:pt x="4084" y="4458"/>
                    </a:cubicBezTo>
                    <a:lnTo>
                      <a:pt x="4292" y="4581"/>
                    </a:lnTo>
                    <a:cubicBezTo>
                      <a:pt x="4342" y="4610"/>
                      <a:pt x="4342" y="4660"/>
                      <a:pt x="4292" y="4688"/>
                    </a:cubicBezTo>
                    <a:lnTo>
                      <a:pt x="4070" y="4810"/>
                    </a:lnTo>
                    <a:cubicBezTo>
                      <a:pt x="4045" y="4828"/>
                      <a:pt x="4011" y="4837"/>
                      <a:pt x="3977" y="4837"/>
                    </a:cubicBezTo>
                    <a:cubicBezTo>
                      <a:pt x="3942" y="4837"/>
                      <a:pt x="3908" y="4828"/>
                      <a:pt x="3882" y="4810"/>
                    </a:cubicBezTo>
                    <a:lnTo>
                      <a:pt x="3675" y="4688"/>
                    </a:lnTo>
                    <a:cubicBezTo>
                      <a:pt x="3623" y="4660"/>
                      <a:pt x="3623" y="4610"/>
                      <a:pt x="3675" y="4581"/>
                    </a:cubicBezTo>
                    <a:lnTo>
                      <a:pt x="3897" y="4458"/>
                    </a:lnTo>
                    <a:cubicBezTo>
                      <a:pt x="3922" y="4440"/>
                      <a:pt x="3956" y="4431"/>
                      <a:pt x="3991" y="4431"/>
                    </a:cubicBezTo>
                    <a:close/>
                    <a:moveTo>
                      <a:pt x="2309" y="4257"/>
                    </a:moveTo>
                    <a:cubicBezTo>
                      <a:pt x="2343" y="4257"/>
                      <a:pt x="2377" y="4264"/>
                      <a:pt x="2402" y="4279"/>
                    </a:cubicBezTo>
                    <a:lnTo>
                      <a:pt x="2617" y="4401"/>
                    </a:lnTo>
                    <a:cubicBezTo>
                      <a:pt x="2667" y="4437"/>
                      <a:pt x="2667" y="4481"/>
                      <a:pt x="2610" y="4515"/>
                    </a:cubicBezTo>
                    <a:lnTo>
                      <a:pt x="1891" y="4933"/>
                    </a:lnTo>
                    <a:cubicBezTo>
                      <a:pt x="1866" y="4947"/>
                      <a:pt x="1832" y="4955"/>
                      <a:pt x="1798" y="4955"/>
                    </a:cubicBezTo>
                    <a:cubicBezTo>
                      <a:pt x="1764" y="4955"/>
                      <a:pt x="1730" y="4947"/>
                      <a:pt x="1705" y="4933"/>
                    </a:cubicBezTo>
                    <a:lnTo>
                      <a:pt x="1489" y="4803"/>
                    </a:lnTo>
                    <a:cubicBezTo>
                      <a:pt x="1439" y="4774"/>
                      <a:pt x="1439" y="4724"/>
                      <a:pt x="1496" y="4696"/>
                    </a:cubicBezTo>
                    <a:lnTo>
                      <a:pt x="2215" y="4279"/>
                    </a:lnTo>
                    <a:cubicBezTo>
                      <a:pt x="2240" y="4264"/>
                      <a:pt x="2274" y="4257"/>
                      <a:pt x="2309" y="4257"/>
                    </a:cubicBezTo>
                    <a:close/>
                    <a:moveTo>
                      <a:pt x="4745" y="4552"/>
                    </a:moveTo>
                    <a:cubicBezTo>
                      <a:pt x="4779" y="4552"/>
                      <a:pt x="4813" y="4559"/>
                      <a:pt x="4839" y="4574"/>
                    </a:cubicBezTo>
                    <a:lnTo>
                      <a:pt x="5055" y="4703"/>
                    </a:lnTo>
                    <a:cubicBezTo>
                      <a:pt x="5105" y="4731"/>
                      <a:pt x="5105" y="4783"/>
                      <a:pt x="5055" y="4810"/>
                    </a:cubicBezTo>
                    <a:lnTo>
                      <a:pt x="4846" y="4933"/>
                    </a:lnTo>
                    <a:cubicBezTo>
                      <a:pt x="4821" y="4947"/>
                      <a:pt x="4787" y="4955"/>
                      <a:pt x="4753" y="4955"/>
                    </a:cubicBezTo>
                    <a:cubicBezTo>
                      <a:pt x="4719" y="4955"/>
                      <a:pt x="4684" y="4947"/>
                      <a:pt x="4658" y="4933"/>
                    </a:cubicBezTo>
                    <a:lnTo>
                      <a:pt x="4436" y="4803"/>
                    </a:lnTo>
                    <a:cubicBezTo>
                      <a:pt x="4386" y="4774"/>
                      <a:pt x="4386" y="4724"/>
                      <a:pt x="4436" y="4696"/>
                    </a:cubicBezTo>
                    <a:lnTo>
                      <a:pt x="4651" y="4574"/>
                    </a:lnTo>
                    <a:cubicBezTo>
                      <a:pt x="4676" y="4559"/>
                      <a:pt x="4710" y="4552"/>
                      <a:pt x="4745" y="4552"/>
                    </a:cubicBezTo>
                    <a:close/>
                    <a:moveTo>
                      <a:pt x="8101" y="3179"/>
                    </a:moveTo>
                    <a:cubicBezTo>
                      <a:pt x="8136" y="3179"/>
                      <a:pt x="8170" y="3186"/>
                      <a:pt x="8195" y="3201"/>
                    </a:cubicBezTo>
                    <a:lnTo>
                      <a:pt x="8410" y="3330"/>
                    </a:lnTo>
                    <a:cubicBezTo>
                      <a:pt x="8462" y="3359"/>
                      <a:pt x="8462" y="3409"/>
                      <a:pt x="8410" y="3437"/>
                    </a:cubicBezTo>
                    <a:lnTo>
                      <a:pt x="5816" y="4939"/>
                    </a:lnTo>
                    <a:cubicBezTo>
                      <a:pt x="5787" y="4954"/>
                      <a:pt x="5753" y="4961"/>
                      <a:pt x="5720" y="4961"/>
                    </a:cubicBezTo>
                    <a:cubicBezTo>
                      <a:pt x="5687" y="4961"/>
                      <a:pt x="5654" y="4954"/>
                      <a:pt x="5629" y="4939"/>
                    </a:cubicBezTo>
                    <a:lnTo>
                      <a:pt x="5407" y="4810"/>
                    </a:lnTo>
                    <a:cubicBezTo>
                      <a:pt x="5357" y="4783"/>
                      <a:pt x="5357" y="4731"/>
                      <a:pt x="5407" y="4703"/>
                    </a:cubicBezTo>
                    <a:lnTo>
                      <a:pt x="8008" y="3201"/>
                    </a:lnTo>
                    <a:cubicBezTo>
                      <a:pt x="8033" y="3186"/>
                      <a:pt x="8067" y="3179"/>
                      <a:pt x="8101" y="3179"/>
                    </a:cubicBezTo>
                    <a:close/>
                    <a:moveTo>
                      <a:pt x="1008" y="4652"/>
                    </a:moveTo>
                    <a:cubicBezTo>
                      <a:pt x="1042" y="4652"/>
                      <a:pt x="1076" y="4659"/>
                      <a:pt x="1101" y="4674"/>
                    </a:cubicBezTo>
                    <a:lnTo>
                      <a:pt x="1137" y="4696"/>
                    </a:lnTo>
                    <a:cubicBezTo>
                      <a:pt x="1187" y="4724"/>
                      <a:pt x="1187" y="4774"/>
                      <a:pt x="1137" y="4803"/>
                    </a:cubicBezTo>
                    <a:lnTo>
                      <a:pt x="872" y="4955"/>
                    </a:lnTo>
                    <a:cubicBezTo>
                      <a:pt x="846" y="4969"/>
                      <a:pt x="811" y="4976"/>
                      <a:pt x="777" y="4976"/>
                    </a:cubicBezTo>
                    <a:cubicBezTo>
                      <a:pt x="743" y="4976"/>
                      <a:pt x="708" y="4969"/>
                      <a:pt x="683" y="4955"/>
                    </a:cubicBezTo>
                    <a:lnTo>
                      <a:pt x="647" y="4933"/>
                    </a:lnTo>
                    <a:cubicBezTo>
                      <a:pt x="597" y="4903"/>
                      <a:pt x="597" y="4853"/>
                      <a:pt x="647" y="4826"/>
                    </a:cubicBezTo>
                    <a:lnTo>
                      <a:pt x="915" y="4674"/>
                    </a:lnTo>
                    <a:cubicBezTo>
                      <a:pt x="940" y="4659"/>
                      <a:pt x="974" y="4652"/>
                      <a:pt x="1008" y="4652"/>
                    </a:cubicBezTo>
                    <a:close/>
                    <a:moveTo>
                      <a:pt x="5234" y="4839"/>
                    </a:moveTo>
                    <a:cubicBezTo>
                      <a:pt x="5268" y="4839"/>
                      <a:pt x="5302" y="4846"/>
                      <a:pt x="5327" y="4860"/>
                    </a:cubicBezTo>
                    <a:lnTo>
                      <a:pt x="5543" y="4983"/>
                    </a:lnTo>
                    <a:cubicBezTo>
                      <a:pt x="5593" y="5012"/>
                      <a:pt x="5593" y="5062"/>
                      <a:pt x="5543" y="5091"/>
                    </a:cubicBezTo>
                    <a:lnTo>
                      <a:pt x="5327" y="5214"/>
                    </a:lnTo>
                    <a:cubicBezTo>
                      <a:pt x="5302" y="5231"/>
                      <a:pt x="5270" y="5240"/>
                      <a:pt x="5237" y="5240"/>
                    </a:cubicBezTo>
                    <a:cubicBezTo>
                      <a:pt x="5204" y="5240"/>
                      <a:pt x="5170" y="5231"/>
                      <a:pt x="5141" y="5214"/>
                    </a:cubicBezTo>
                    <a:lnTo>
                      <a:pt x="4926" y="5091"/>
                    </a:lnTo>
                    <a:cubicBezTo>
                      <a:pt x="4874" y="5062"/>
                      <a:pt x="4874" y="5012"/>
                      <a:pt x="4926" y="4983"/>
                    </a:cubicBezTo>
                    <a:lnTo>
                      <a:pt x="5141" y="4860"/>
                    </a:lnTo>
                    <a:cubicBezTo>
                      <a:pt x="5166" y="4846"/>
                      <a:pt x="5200" y="4839"/>
                      <a:pt x="5234" y="4839"/>
                    </a:cubicBezTo>
                    <a:close/>
                    <a:moveTo>
                      <a:pt x="2660" y="4610"/>
                    </a:moveTo>
                    <a:cubicBezTo>
                      <a:pt x="2695" y="4610"/>
                      <a:pt x="2729" y="4619"/>
                      <a:pt x="2754" y="4638"/>
                    </a:cubicBezTo>
                    <a:lnTo>
                      <a:pt x="2992" y="4774"/>
                    </a:lnTo>
                    <a:cubicBezTo>
                      <a:pt x="3042" y="4803"/>
                      <a:pt x="3042" y="4853"/>
                      <a:pt x="2992" y="4883"/>
                    </a:cubicBezTo>
                    <a:lnTo>
                      <a:pt x="2402" y="5221"/>
                    </a:lnTo>
                    <a:cubicBezTo>
                      <a:pt x="2373" y="5239"/>
                      <a:pt x="2339" y="5248"/>
                      <a:pt x="2305" y="5248"/>
                    </a:cubicBezTo>
                    <a:cubicBezTo>
                      <a:pt x="2271" y="5248"/>
                      <a:pt x="2237" y="5239"/>
                      <a:pt x="2208" y="5221"/>
                    </a:cubicBezTo>
                    <a:lnTo>
                      <a:pt x="1970" y="5084"/>
                    </a:lnTo>
                    <a:cubicBezTo>
                      <a:pt x="1920" y="5055"/>
                      <a:pt x="1920" y="5005"/>
                      <a:pt x="1970" y="4976"/>
                    </a:cubicBezTo>
                    <a:lnTo>
                      <a:pt x="2567" y="4638"/>
                    </a:lnTo>
                    <a:cubicBezTo>
                      <a:pt x="2592" y="4619"/>
                      <a:pt x="2626" y="4610"/>
                      <a:pt x="2660" y="4610"/>
                    </a:cubicBezTo>
                    <a:close/>
                    <a:moveTo>
                      <a:pt x="1317" y="4833"/>
                    </a:moveTo>
                    <a:cubicBezTo>
                      <a:pt x="1351" y="4833"/>
                      <a:pt x="1385" y="4839"/>
                      <a:pt x="1410" y="4853"/>
                    </a:cubicBezTo>
                    <a:lnTo>
                      <a:pt x="1618" y="4976"/>
                    </a:lnTo>
                    <a:cubicBezTo>
                      <a:pt x="1675" y="5005"/>
                      <a:pt x="1675" y="5055"/>
                      <a:pt x="1618" y="5084"/>
                    </a:cubicBezTo>
                    <a:lnTo>
                      <a:pt x="1360" y="5234"/>
                    </a:lnTo>
                    <a:cubicBezTo>
                      <a:pt x="1335" y="5253"/>
                      <a:pt x="1301" y="5262"/>
                      <a:pt x="1267" y="5262"/>
                    </a:cubicBezTo>
                    <a:cubicBezTo>
                      <a:pt x="1232" y="5262"/>
                      <a:pt x="1198" y="5253"/>
                      <a:pt x="1173" y="5234"/>
                    </a:cubicBezTo>
                    <a:lnTo>
                      <a:pt x="958" y="5112"/>
                    </a:lnTo>
                    <a:cubicBezTo>
                      <a:pt x="906" y="5084"/>
                      <a:pt x="906" y="5033"/>
                      <a:pt x="958" y="5005"/>
                    </a:cubicBezTo>
                    <a:lnTo>
                      <a:pt x="1223" y="4853"/>
                    </a:lnTo>
                    <a:cubicBezTo>
                      <a:pt x="1248" y="4839"/>
                      <a:pt x="1283" y="4833"/>
                      <a:pt x="1317" y="4833"/>
                    </a:cubicBezTo>
                    <a:close/>
                    <a:moveTo>
                      <a:pt x="4749" y="5112"/>
                    </a:moveTo>
                    <a:cubicBezTo>
                      <a:pt x="4783" y="5112"/>
                      <a:pt x="4817" y="5120"/>
                      <a:pt x="4846" y="5134"/>
                    </a:cubicBezTo>
                    <a:lnTo>
                      <a:pt x="5062" y="5264"/>
                    </a:lnTo>
                    <a:cubicBezTo>
                      <a:pt x="5112" y="5291"/>
                      <a:pt x="5112" y="5343"/>
                      <a:pt x="5062" y="5371"/>
                    </a:cubicBezTo>
                    <a:lnTo>
                      <a:pt x="4867" y="5479"/>
                    </a:lnTo>
                    <a:cubicBezTo>
                      <a:pt x="4842" y="5498"/>
                      <a:pt x="4810" y="5507"/>
                      <a:pt x="4776" y="5507"/>
                    </a:cubicBezTo>
                    <a:cubicBezTo>
                      <a:pt x="4743" y="5507"/>
                      <a:pt x="4709" y="5498"/>
                      <a:pt x="4681" y="5479"/>
                    </a:cubicBezTo>
                    <a:lnTo>
                      <a:pt x="4465" y="5357"/>
                    </a:lnTo>
                    <a:cubicBezTo>
                      <a:pt x="4415" y="5328"/>
                      <a:pt x="4415" y="5278"/>
                      <a:pt x="4465" y="5248"/>
                    </a:cubicBezTo>
                    <a:lnTo>
                      <a:pt x="4651" y="5134"/>
                    </a:lnTo>
                    <a:cubicBezTo>
                      <a:pt x="4681" y="5120"/>
                      <a:pt x="4715" y="5112"/>
                      <a:pt x="4749" y="5112"/>
                    </a:cubicBezTo>
                    <a:close/>
                    <a:moveTo>
                      <a:pt x="4261" y="4833"/>
                    </a:moveTo>
                    <a:cubicBezTo>
                      <a:pt x="4294" y="4833"/>
                      <a:pt x="4328" y="4839"/>
                      <a:pt x="4356" y="4853"/>
                    </a:cubicBezTo>
                    <a:lnTo>
                      <a:pt x="4572" y="4983"/>
                    </a:lnTo>
                    <a:cubicBezTo>
                      <a:pt x="4624" y="5012"/>
                      <a:pt x="4624" y="5062"/>
                      <a:pt x="4572" y="5091"/>
                    </a:cubicBezTo>
                    <a:lnTo>
                      <a:pt x="3868" y="5493"/>
                    </a:lnTo>
                    <a:cubicBezTo>
                      <a:pt x="3843" y="5508"/>
                      <a:pt x="3811" y="5515"/>
                      <a:pt x="3777" y="5515"/>
                    </a:cubicBezTo>
                    <a:cubicBezTo>
                      <a:pt x="3744" y="5515"/>
                      <a:pt x="3710" y="5508"/>
                      <a:pt x="3682" y="5493"/>
                    </a:cubicBezTo>
                    <a:lnTo>
                      <a:pt x="3466" y="5364"/>
                    </a:lnTo>
                    <a:cubicBezTo>
                      <a:pt x="3416" y="5335"/>
                      <a:pt x="3416" y="5285"/>
                      <a:pt x="3466" y="5257"/>
                    </a:cubicBezTo>
                    <a:lnTo>
                      <a:pt x="4170" y="4853"/>
                    </a:lnTo>
                    <a:cubicBezTo>
                      <a:pt x="4195" y="4839"/>
                      <a:pt x="4227" y="4833"/>
                      <a:pt x="4261" y="4833"/>
                    </a:cubicBezTo>
                    <a:close/>
                    <a:moveTo>
                      <a:pt x="3494" y="4717"/>
                    </a:moveTo>
                    <a:cubicBezTo>
                      <a:pt x="3528" y="4717"/>
                      <a:pt x="3563" y="4725"/>
                      <a:pt x="3589" y="4739"/>
                    </a:cubicBezTo>
                    <a:lnTo>
                      <a:pt x="3804" y="4860"/>
                    </a:lnTo>
                    <a:cubicBezTo>
                      <a:pt x="3854" y="4889"/>
                      <a:pt x="3854" y="4939"/>
                      <a:pt x="3796" y="4969"/>
                    </a:cubicBezTo>
                    <a:lnTo>
                      <a:pt x="2876" y="5500"/>
                    </a:lnTo>
                    <a:cubicBezTo>
                      <a:pt x="2851" y="5515"/>
                      <a:pt x="2817" y="5522"/>
                      <a:pt x="2783" y="5522"/>
                    </a:cubicBezTo>
                    <a:cubicBezTo>
                      <a:pt x="2749" y="5522"/>
                      <a:pt x="2715" y="5515"/>
                      <a:pt x="2690" y="5500"/>
                    </a:cubicBezTo>
                    <a:lnTo>
                      <a:pt x="2481" y="5378"/>
                    </a:lnTo>
                    <a:cubicBezTo>
                      <a:pt x="2431" y="5350"/>
                      <a:pt x="2431" y="5300"/>
                      <a:pt x="2481" y="5271"/>
                    </a:cubicBezTo>
                    <a:lnTo>
                      <a:pt x="3401" y="4739"/>
                    </a:lnTo>
                    <a:cubicBezTo>
                      <a:pt x="3426" y="4725"/>
                      <a:pt x="3460" y="4717"/>
                      <a:pt x="3494" y="4717"/>
                    </a:cubicBezTo>
                    <a:close/>
                    <a:moveTo>
                      <a:pt x="1798" y="5112"/>
                    </a:moveTo>
                    <a:cubicBezTo>
                      <a:pt x="1832" y="5112"/>
                      <a:pt x="1866" y="5120"/>
                      <a:pt x="1891" y="5134"/>
                    </a:cubicBezTo>
                    <a:lnTo>
                      <a:pt x="2129" y="5271"/>
                    </a:lnTo>
                    <a:cubicBezTo>
                      <a:pt x="2179" y="5300"/>
                      <a:pt x="2179" y="5350"/>
                      <a:pt x="2129" y="5378"/>
                    </a:cubicBezTo>
                    <a:lnTo>
                      <a:pt x="1863" y="5529"/>
                    </a:lnTo>
                    <a:cubicBezTo>
                      <a:pt x="1838" y="5548"/>
                      <a:pt x="1803" y="5557"/>
                      <a:pt x="1769" y="5557"/>
                    </a:cubicBezTo>
                    <a:cubicBezTo>
                      <a:pt x="1735" y="5557"/>
                      <a:pt x="1700" y="5548"/>
                      <a:pt x="1675" y="5529"/>
                    </a:cubicBezTo>
                    <a:lnTo>
                      <a:pt x="1439" y="5393"/>
                    </a:lnTo>
                    <a:cubicBezTo>
                      <a:pt x="1389" y="5364"/>
                      <a:pt x="1389" y="5314"/>
                      <a:pt x="1439" y="5285"/>
                    </a:cubicBezTo>
                    <a:lnTo>
                      <a:pt x="1705" y="5134"/>
                    </a:lnTo>
                    <a:cubicBezTo>
                      <a:pt x="1730" y="5120"/>
                      <a:pt x="1764" y="5112"/>
                      <a:pt x="1798" y="5112"/>
                    </a:cubicBezTo>
                    <a:close/>
                    <a:moveTo>
                      <a:pt x="4288" y="5378"/>
                    </a:moveTo>
                    <a:cubicBezTo>
                      <a:pt x="4321" y="5378"/>
                      <a:pt x="4354" y="5385"/>
                      <a:pt x="4379" y="5400"/>
                    </a:cubicBezTo>
                    <a:lnTo>
                      <a:pt x="4601" y="5529"/>
                    </a:lnTo>
                    <a:cubicBezTo>
                      <a:pt x="4651" y="5559"/>
                      <a:pt x="4651" y="5609"/>
                      <a:pt x="4601" y="5636"/>
                    </a:cubicBezTo>
                    <a:lnTo>
                      <a:pt x="4356" y="5781"/>
                    </a:lnTo>
                    <a:cubicBezTo>
                      <a:pt x="4333" y="5794"/>
                      <a:pt x="4301" y="5801"/>
                      <a:pt x="4269" y="5801"/>
                    </a:cubicBezTo>
                    <a:cubicBezTo>
                      <a:pt x="4233" y="5801"/>
                      <a:pt x="4196" y="5793"/>
                      <a:pt x="4170" y="5774"/>
                    </a:cubicBezTo>
                    <a:lnTo>
                      <a:pt x="3954" y="5652"/>
                    </a:lnTo>
                    <a:cubicBezTo>
                      <a:pt x="3904" y="5623"/>
                      <a:pt x="3904" y="5573"/>
                      <a:pt x="3954" y="5543"/>
                    </a:cubicBezTo>
                    <a:lnTo>
                      <a:pt x="4192" y="5400"/>
                    </a:lnTo>
                    <a:cubicBezTo>
                      <a:pt x="4221" y="5385"/>
                      <a:pt x="4255" y="5378"/>
                      <a:pt x="4288" y="5378"/>
                    </a:cubicBezTo>
                    <a:close/>
                    <a:moveTo>
                      <a:pt x="3289" y="5393"/>
                    </a:moveTo>
                    <a:cubicBezTo>
                      <a:pt x="3322" y="5393"/>
                      <a:pt x="3355" y="5400"/>
                      <a:pt x="3380" y="5414"/>
                    </a:cubicBezTo>
                    <a:lnTo>
                      <a:pt x="3602" y="5543"/>
                    </a:lnTo>
                    <a:cubicBezTo>
                      <a:pt x="3652" y="5573"/>
                      <a:pt x="3652" y="5623"/>
                      <a:pt x="3602" y="5652"/>
                    </a:cubicBezTo>
                    <a:lnTo>
                      <a:pt x="3364" y="5788"/>
                    </a:lnTo>
                    <a:cubicBezTo>
                      <a:pt x="3339" y="5803"/>
                      <a:pt x="3305" y="5810"/>
                      <a:pt x="3271" y="5810"/>
                    </a:cubicBezTo>
                    <a:cubicBezTo>
                      <a:pt x="3237" y="5810"/>
                      <a:pt x="3203" y="5803"/>
                      <a:pt x="3178" y="5788"/>
                    </a:cubicBezTo>
                    <a:lnTo>
                      <a:pt x="2955" y="5659"/>
                    </a:lnTo>
                    <a:cubicBezTo>
                      <a:pt x="2905" y="5630"/>
                      <a:pt x="2905" y="5580"/>
                      <a:pt x="2962" y="5550"/>
                    </a:cubicBezTo>
                    <a:lnTo>
                      <a:pt x="3192" y="5414"/>
                    </a:lnTo>
                    <a:cubicBezTo>
                      <a:pt x="3221" y="5400"/>
                      <a:pt x="3256" y="5393"/>
                      <a:pt x="3289" y="5393"/>
                    </a:cubicBezTo>
                    <a:close/>
                    <a:moveTo>
                      <a:pt x="2302" y="5407"/>
                    </a:moveTo>
                    <a:cubicBezTo>
                      <a:pt x="2336" y="5407"/>
                      <a:pt x="2370" y="5415"/>
                      <a:pt x="2395" y="5429"/>
                    </a:cubicBezTo>
                    <a:lnTo>
                      <a:pt x="2610" y="5550"/>
                    </a:lnTo>
                    <a:cubicBezTo>
                      <a:pt x="2660" y="5580"/>
                      <a:pt x="2660" y="5630"/>
                      <a:pt x="2610" y="5659"/>
                    </a:cubicBezTo>
                    <a:lnTo>
                      <a:pt x="2345" y="5809"/>
                    </a:lnTo>
                    <a:cubicBezTo>
                      <a:pt x="2320" y="5824"/>
                      <a:pt x="2286" y="5831"/>
                      <a:pt x="2251" y="5831"/>
                    </a:cubicBezTo>
                    <a:cubicBezTo>
                      <a:pt x="2217" y="5831"/>
                      <a:pt x="2183" y="5824"/>
                      <a:pt x="2157" y="5809"/>
                    </a:cubicBezTo>
                    <a:lnTo>
                      <a:pt x="1950" y="5688"/>
                    </a:lnTo>
                    <a:cubicBezTo>
                      <a:pt x="1891" y="5659"/>
                      <a:pt x="1898" y="5609"/>
                      <a:pt x="1950" y="5580"/>
                    </a:cubicBezTo>
                    <a:lnTo>
                      <a:pt x="2208" y="5429"/>
                    </a:lnTo>
                    <a:cubicBezTo>
                      <a:pt x="2233" y="5415"/>
                      <a:pt x="2268" y="5407"/>
                      <a:pt x="2302" y="5407"/>
                    </a:cubicBezTo>
                    <a:close/>
                    <a:moveTo>
                      <a:pt x="3780" y="5674"/>
                    </a:moveTo>
                    <a:cubicBezTo>
                      <a:pt x="3813" y="5674"/>
                      <a:pt x="3844" y="5681"/>
                      <a:pt x="3868" y="5695"/>
                    </a:cubicBezTo>
                    <a:lnTo>
                      <a:pt x="4091" y="5824"/>
                    </a:lnTo>
                    <a:cubicBezTo>
                      <a:pt x="4141" y="5852"/>
                      <a:pt x="4141" y="5904"/>
                      <a:pt x="4091" y="5931"/>
                    </a:cubicBezTo>
                    <a:lnTo>
                      <a:pt x="3854" y="6068"/>
                    </a:lnTo>
                    <a:cubicBezTo>
                      <a:pt x="3829" y="6082"/>
                      <a:pt x="3795" y="6090"/>
                      <a:pt x="3761" y="6090"/>
                    </a:cubicBezTo>
                    <a:cubicBezTo>
                      <a:pt x="3727" y="6090"/>
                      <a:pt x="3692" y="6082"/>
                      <a:pt x="3666" y="6068"/>
                    </a:cubicBezTo>
                    <a:lnTo>
                      <a:pt x="3444" y="5938"/>
                    </a:lnTo>
                    <a:cubicBezTo>
                      <a:pt x="3394" y="5911"/>
                      <a:pt x="3394" y="5861"/>
                      <a:pt x="3451" y="5831"/>
                    </a:cubicBezTo>
                    <a:lnTo>
                      <a:pt x="3682" y="5702"/>
                    </a:lnTo>
                    <a:cubicBezTo>
                      <a:pt x="3708" y="5683"/>
                      <a:pt x="3744" y="5674"/>
                      <a:pt x="3780" y="5674"/>
                    </a:cubicBezTo>
                    <a:close/>
                    <a:moveTo>
                      <a:pt x="2783" y="5682"/>
                    </a:moveTo>
                    <a:cubicBezTo>
                      <a:pt x="2817" y="5682"/>
                      <a:pt x="2851" y="5691"/>
                      <a:pt x="2876" y="5709"/>
                    </a:cubicBezTo>
                    <a:lnTo>
                      <a:pt x="3099" y="5831"/>
                    </a:lnTo>
                    <a:cubicBezTo>
                      <a:pt x="3149" y="5861"/>
                      <a:pt x="3149" y="5911"/>
                      <a:pt x="3092" y="5938"/>
                    </a:cubicBezTo>
                    <a:lnTo>
                      <a:pt x="2833" y="6097"/>
                    </a:lnTo>
                    <a:cubicBezTo>
                      <a:pt x="2808" y="6112"/>
                      <a:pt x="2774" y="6119"/>
                      <a:pt x="2740" y="6119"/>
                    </a:cubicBezTo>
                    <a:cubicBezTo>
                      <a:pt x="2706" y="6119"/>
                      <a:pt x="2672" y="6112"/>
                      <a:pt x="2647" y="6097"/>
                    </a:cubicBezTo>
                    <a:lnTo>
                      <a:pt x="2424" y="5968"/>
                    </a:lnTo>
                    <a:cubicBezTo>
                      <a:pt x="2372" y="5938"/>
                      <a:pt x="2372" y="5888"/>
                      <a:pt x="2424" y="5861"/>
                    </a:cubicBezTo>
                    <a:lnTo>
                      <a:pt x="2690" y="5709"/>
                    </a:lnTo>
                    <a:cubicBezTo>
                      <a:pt x="2715" y="5691"/>
                      <a:pt x="2749" y="5682"/>
                      <a:pt x="2783" y="5682"/>
                    </a:cubicBezTo>
                    <a:close/>
                    <a:moveTo>
                      <a:pt x="8990" y="3299"/>
                    </a:moveTo>
                    <a:cubicBezTo>
                      <a:pt x="9015" y="3299"/>
                      <a:pt x="9040" y="3305"/>
                      <a:pt x="9057" y="3316"/>
                    </a:cubicBezTo>
                    <a:lnTo>
                      <a:pt x="10567" y="4193"/>
                    </a:lnTo>
                    <a:cubicBezTo>
                      <a:pt x="10610" y="4213"/>
                      <a:pt x="10610" y="4249"/>
                      <a:pt x="10567" y="4279"/>
                    </a:cubicBezTo>
                    <a:lnTo>
                      <a:pt x="9080" y="5134"/>
                    </a:lnTo>
                    <a:lnTo>
                      <a:pt x="7348" y="6133"/>
                    </a:lnTo>
                    <a:cubicBezTo>
                      <a:pt x="7329" y="6144"/>
                      <a:pt x="7304" y="6149"/>
                      <a:pt x="7279" y="6149"/>
                    </a:cubicBezTo>
                    <a:cubicBezTo>
                      <a:pt x="7254" y="6149"/>
                      <a:pt x="7229" y="6144"/>
                      <a:pt x="7211" y="6133"/>
                    </a:cubicBezTo>
                    <a:lnTo>
                      <a:pt x="6737" y="5861"/>
                    </a:lnTo>
                    <a:lnTo>
                      <a:pt x="5693" y="5257"/>
                    </a:lnTo>
                    <a:cubicBezTo>
                      <a:pt x="5659" y="5234"/>
                      <a:pt x="5659" y="5198"/>
                      <a:pt x="5702" y="5178"/>
                    </a:cubicBezTo>
                    <a:lnTo>
                      <a:pt x="8921" y="3316"/>
                    </a:lnTo>
                    <a:cubicBezTo>
                      <a:pt x="8939" y="3305"/>
                      <a:pt x="8964" y="3299"/>
                      <a:pt x="8990" y="3299"/>
                    </a:cubicBezTo>
                    <a:close/>
                    <a:moveTo>
                      <a:pt x="3271" y="5968"/>
                    </a:moveTo>
                    <a:cubicBezTo>
                      <a:pt x="3305" y="5968"/>
                      <a:pt x="3339" y="5975"/>
                      <a:pt x="3364" y="5990"/>
                    </a:cubicBezTo>
                    <a:lnTo>
                      <a:pt x="3580" y="6119"/>
                    </a:lnTo>
                    <a:cubicBezTo>
                      <a:pt x="3632" y="6147"/>
                      <a:pt x="3632" y="6197"/>
                      <a:pt x="3580" y="6226"/>
                    </a:cubicBezTo>
                    <a:lnTo>
                      <a:pt x="3321" y="6378"/>
                    </a:lnTo>
                    <a:cubicBezTo>
                      <a:pt x="3293" y="6392"/>
                      <a:pt x="3259" y="6399"/>
                      <a:pt x="3225" y="6399"/>
                    </a:cubicBezTo>
                    <a:cubicBezTo>
                      <a:pt x="3192" y="6399"/>
                      <a:pt x="3160" y="6392"/>
                      <a:pt x="3135" y="6378"/>
                    </a:cubicBezTo>
                    <a:lnTo>
                      <a:pt x="2912" y="6249"/>
                    </a:lnTo>
                    <a:cubicBezTo>
                      <a:pt x="2862" y="6220"/>
                      <a:pt x="2862" y="6169"/>
                      <a:pt x="2912" y="6140"/>
                    </a:cubicBezTo>
                    <a:lnTo>
                      <a:pt x="3178" y="5990"/>
                    </a:lnTo>
                    <a:cubicBezTo>
                      <a:pt x="3203" y="5975"/>
                      <a:pt x="3237" y="5968"/>
                      <a:pt x="3271" y="5968"/>
                    </a:cubicBezTo>
                    <a:close/>
                    <a:moveTo>
                      <a:pt x="8274" y="1"/>
                    </a:moveTo>
                    <a:cubicBezTo>
                      <a:pt x="8262" y="1"/>
                      <a:pt x="8250" y="1"/>
                      <a:pt x="8238" y="2"/>
                    </a:cubicBezTo>
                    <a:cubicBezTo>
                      <a:pt x="8188" y="9"/>
                      <a:pt x="8145" y="23"/>
                      <a:pt x="8108" y="45"/>
                    </a:cubicBezTo>
                    <a:lnTo>
                      <a:pt x="73" y="4681"/>
                    </a:lnTo>
                    <a:cubicBezTo>
                      <a:pt x="23" y="4710"/>
                      <a:pt x="0" y="4746"/>
                      <a:pt x="0" y="4783"/>
                    </a:cubicBezTo>
                    <a:cubicBezTo>
                      <a:pt x="0" y="4796"/>
                      <a:pt x="0" y="4810"/>
                      <a:pt x="9" y="4817"/>
                    </a:cubicBezTo>
                    <a:cubicBezTo>
                      <a:pt x="9" y="4826"/>
                      <a:pt x="16" y="4826"/>
                      <a:pt x="16" y="4826"/>
                    </a:cubicBezTo>
                    <a:cubicBezTo>
                      <a:pt x="23" y="4846"/>
                      <a:pt x="43" y="4860"/>
                      <a:pt x="73" y="4883"/>
                    </a:cubicBezTo>
                    <a:lnTo>
                      <a:pt x="4767" y="7758"/>
                    </a:lnTo>
                    <a:cubicBezTo>
                      <a:pt x="4812" y="7782"/>
                      <a:pt x="4870" y="7795"/>
                      <a:pt x="4929" y="7795"/>
                    </a:cubicBezTo>
                    <a:cubicBezTo>
                      <a:pt x="4992" y="7795"/>
                      <a:pt x="5057" y="7780"/>
                      <a:pt x="5105" y="7750"/>
                    </a:cubicBezTo>
                    <a:lnTo>
                      <a:pt x="13141" y="3114"/>
                    </a:lnTo>
                    <a:cubicBezTo>
                      <a:pt x="13147" y="3114"/>
                      <a:pt x="13154" y="3107"/>
                      <a:pt x="13154" y="3107"/>
                    </a:cubicBezTo>
                    <a:cubicBezTo>
                      <a:pt x="13170" y="3101"/>
                      <a:pt x="13177" y="3092"/>
                      <a:pt x="13184" y="3085"/>
                    </a:cubicBezTo>
                    <a:cubicBezTo>
                      <a:pt x="13206" y="3064"/>
                      <a:pt x="13213" y="3042"/>
                      <a:pt x="13213" y="3014"/>
                    </a:cubicBezTo>
                    <a:cubicBezTo>
                      <a:pt x="13213" y="2978"/>
                      <a:pt x="13191" y="2949"/>
                      <a:pt x="13141" y="2919"/>
                    </a:cubicBezTo>
                    <a:lnTo>
                      <a:pt x="8447" y="45"/>
                    </a:lnTo>
                    <a:cubicBezTo>
                      <a:pt x="8399" y="15"/>
                      <a:pt x="8336" y="1"/>
                      <a:pt x="82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994;p41"/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5" name="Google Shape;995;p41"/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6" name="Google Shape;996;p41"/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997;p41"/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998;p41"/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" name="Google Shape;999;p41"/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" name="Google Shape;1000;p41"/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" name="Google Shape;1001;p41"/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1002;p41"/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1003;p41"/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" name="Google Shape;1004;p41"/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" name="Google Shape;1005;p41"/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1006;p41"/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1007;p41"/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" name="Google Shape;1008;p41"/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" name="Google Shape;1009;p41"/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1010;p41"/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1011;p41"/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" name="Google Shape;1012;p41"/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" name="Google Shape;1013;p41"/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1014;p41"/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1015;p41"/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" name="Google Shape;1016;p41"/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" name="Google Shape;1017;p41"/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" name="Google Shape;1018;p41"/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" name="Google Shape;1019;p41"/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" name="Google Shape;1020;p41"/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" name="Google Shape;1021;p41"/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" name="Google Shape;1022;p41"/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" name="Google Shape;1023;p41"/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4" name="Google Shape;1024;p41"/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5" name="Google Shape;1025;p41"/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6" name="Google Shape;1026;p41"/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7" name="Google Shape;1027;p41"/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8" name="Google Shape;1028;p41"/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9" name="Google Shape;1029;p41"/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0" name="Google Shape;1030;p41"/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1" name="Google Shape;1031;p41"/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2" name="Google Shape;1032;p41"/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" name="Google Shape;1033;p41"/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" name="Google Shape;1034;p41"/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" name="Google Shape;1035;p41"/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" name="Google Shape;1036;p41"/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" name="Google Shape;1037;p41"/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" name="Google Shape;1038;p41"/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" name="Google Shape;1039;p41"/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1040;p41"/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1041;p41"/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1042;p41"/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" name="Google Shape;1043;p41"/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" name="Google Shape;1044;p41"/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" name="Google Shape;1045;p41"/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" name="Google Shape;1046;p41"/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" name="Google Shape;1047;p41"/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" name="Google Shape;1048;p41"/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1049;p41"/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1050;p41"/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" name="Google Shape;1051;p41"/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" name="Google Shape;1052;p41"/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1053;p41"/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1054;p41"/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" name="Google Shape;1055;p41"/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" name="Google Shape;1056;p41"/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" name="Google Shape;1057;p41"/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" name="Google Shape;1058;p41"/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1059;p41"/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0" name="Google Shape;1060;p41"/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1" name="Google Shape;1061;p41"/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2" name="Google Shape;1062;p41"/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1063;p41"/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1064;p41"/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" name="Google Shape;1065;p41"/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" name="Google Shape;1066;p41"/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" name="Google Shape;1067;p41"/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" name="Google Shape;1068;p41"/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" name="Google Shape;1069;p41"/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" name="Google Shape;1070;p41"/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" name="Google Shape;1071;p41"/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1072;p41"/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" name="Google Shape;1073;p41"/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" name="Google Shape;1074;p41"/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" name="Google Shape;1075;p41"/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" name="Google Shape;1076;p41"/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7" name="Google Shape;1077;p41"/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8" name="Google Shape;1078;p41"/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9" name="Google Shape;1079;p41"/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0" name="Google Shape;1080;p41"/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1" name="Google Shape;1081;p41"/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2" name="Google Shape;1082;p41"/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3" name="Google Shape;1083;p41"/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4" name="Google Shape;1084;p41"/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5" name="Google Shape;1085;p41"/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6" name="Google Shape;1086;p41"/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7" name="Google Shape;1087;p41"/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8" name="Google Shape;1088;p41"/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9" name="Google Shape;1089;p41"/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0" name="Google Shape;1090;p41"/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1" name="Google Shape;1091;p41"/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2" name="Google Shape;1092;p41"/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3" name="Google Shape;1093;p41"/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4" name="Google Shape;1094;p41"/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5" name="Google Shape;1095;p41"/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6" name="Google Shape;1096;p41"/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7" name="Google Shape;1097;p41"/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8" name="Google Shape;1098;p41"/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9" name="Google Shape;1099;p41"/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0" name="Google Shape;1100;p41"/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1" name="Google Shape;1101;p41"/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2" name="Google Shape;1102;p41"/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3" name="Google Shape;1103;p41"/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4" name="Google Shape;1104;p41"/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5" name="Google Shape;1105;p41"/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6" name="Google Shape;1106;p41"/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7" name="Google Shape;1107;p41"/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8" name="Google Shape;1108;p41"/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9" name="Google Shape;1109;p41"/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0" name="Google Shape;1110;p41"/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1" name="Google Shape;1111;p41"/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2" name="Google Shape;1112;p41"/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3" name="Google Shape;1113;p41"/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4" name="Google Shape;1114;p41"/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5" name="Google Shape;1115;p41"/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6" name="Google Shape;1116;p41"/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" name="Google Shape;1117;p41"/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" name="Google Shape;1118;p41"/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" name="Google Shape;1119;p41"/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" name="Google Shape;1120;p41"/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" name="Google Shape;1121;p41"/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" name="Google Shape;1122;p41"/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" name="Google Shape;1123;p41"/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" name="Google Shape;1124;p41"/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" name="Google Shape;1125;p41"/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" name="Google Shape;1126;p41"/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" name="Google Shape;1127;p41"/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" name="Google Shape;1128;p41"/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" name="Google Shape;1129;p41"/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" name="Google Shape;1130;p41"/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" name="Google Shape;1131;p41"/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" name="Google Shape;1132;p41"/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" name="Google Shape;1133;p41"/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" name="Google Shape;1134;p41"/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" name="Google Shape;1135;p41"/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" name="Google Shape;1136;p41"/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" name="Google Shape;1137;p41"/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" name="Google Shape;1138;p41"/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" name="Google Shape;1139;p41"/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0" name="Google Shape;1140;p41"/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1" name="Google Shape;1141;p41"/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2" name="Google Shape;1142;p41"/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3" name="Google Shape;1143;p41"/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4" name="Google Shape;1144;p41"/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5" name="Google Shape;1145;p41"/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6" name="Google Shape;1146;p41"/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7" name="Google Shape;1147;p41"/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8" name="Google Shape;1148;p41"/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9" name="Google Shape;1149;p41"/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0" name="Google Shape;1150;p41"/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1" name="Google Shape;1151;p41"/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2" name="Google Shape;1152;p41"/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3" name="Google Shape;1153;p41"/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4" name="Google Shape;1154;p41"/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5" name="Google Shape;1155;p41"/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6" name="Google Shape;1156;p41"/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7" name="Google Shape;1157;p41"/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1158;p41"/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1159;p41"/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1160;p41"/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" name="Google Shape;1161;p41"/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" name="Google Shape;1162;p41"/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" name="Google Shape;1163;p41"/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" name="Google Shape;1164;p41"/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" name="Google Shape;1165;p41"/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1166;p41"/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1167;p41"/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8" name="Google Shape;1168;p41"/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9" name="Google Shape;1169;p41"/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0" name="Google Shape;1170;p41"/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1" name="Google Shape;1171;p41"/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2" name="Google Shape;1172;p41"/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3" name="Google Shape;1173;p41"/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4" name="Google Shape;1174;p41"/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1175;p41"/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1176;p41"/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1177;p41"/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1178;p41"/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1179;p41"/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0" name="Google Shape;1180;p41"/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1" name="Google Shape;1181;p41"/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1182;p41"/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1183;p41"/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4" name="Google Shape;1184;p41"/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5" name="Google Shape;1185;p41"/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6" name="Google Shape;1186;p41"/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7" name="Google Shape;1187;p41"/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8" name="Google Shape;1188;p41"/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1189;p41"/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1190;p41"/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1191;p41"/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1192;p41"/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1193;p41"/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4" name="Google Shape;1194;p41"/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5" name="Google Shape;1195;p41"/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6" name="Google Shape;1196;p41"/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1197;p41"/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1198;p41"/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9" name="Google Shape;1199;p41"/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0" name="Google Shape;1200;p41"/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1" name="Google Shape;1201;p41"/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2" name="Google Shape;1202;p41"/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3" name="Google Shape;1203;p41"/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4" name="Google Shape;1204;p41"/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5" name="Google Shape;1205;p41"/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6" name="Google Shape;1206;p41"/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7" name="Google Shape;1207;p41"/>
              <p:cNvSpPr/>
              <p:nvPr/>
            </p:nvSpPr>
            <p:spPr>
              <a:xfrm>
                <a:off x="2012133" y="3505731"/>
                <a:ext cx="330593" cy="18982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1784" extrusionOk="0">
                    <a:moveTo>
                      <a:pt x="2745" y="1"/>
                    </a:moveTo>
                    <a:cubicBezTo>
                      <a:pt x="2711" y="1"/>
                      <a:pt x="2677" y="8"/>
                      <a:pt x="2652" y="23"/>
                    </a:cubicBezTo>
                    <a:lnTo>
                      <a:pt x="51" y="1525"/>
                    </a:lnTo>
                    <a:cubicBezTo>
                      <a:pt x="1" y="1553"/>
                      <a:pt x="1" y="1605"/>
                      <a:pt x="51" y="1632"/>
                    </a:cubicBezTo>
                    <a:lnTo>
                      <a:pt x="273" y="1761"/>
                    </a:lnTo>
                    <a:cubicBezTo>
                      <a:pt x="298" y="1776"/>
                      <a:pt x="331" y="1783"/>
                      <a:pt x="364" y="1783"/>
                    </a:cubicBezTo>
                    <a:cubicBezTo>
                      <a:pt x="397" y="1783"/>
                      <a:pt x="431" y="1776"/>
                      <a:pt x="460" y="1761"/>
                    </a:cubicBezTo>
                    <a:lnTo>
                      <a:pt x="3054" y="259"/>
                    </a:lnTo>
                    <a:cubicBezTo>
                      <a:pt x="3106" y="231"/>
                      <a:pt x="3106" y="181"/>
                      <a:pt x="3054" y="152"/>
                    </a:cubicBezTo>
                    <a:lnTo>
                      <a:pt x="2839" y="23"/>
                    </a:lnTo>
                    <a:cubicBezTo>
                      <a:pt x="2814" y="8"/>
                      <a:pt x="2780" y="1"/>
                      <a:pt x="2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8" name="Google Shape;1208;p41"/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9" name="Google Shape;1209;p41"/>
              <p:cNvSpPr/>
              <p:nvPr/>
            </p:nvSpPr>
            <p:spPr>
              <a:xfrm>
                <a:off x="2044267" y="3518606"/>
                <a:ext cx="526905" cy="272603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2562" extrusionOk="0">
                    <a:moveTo>
                      <a:pt x="3332" y="0"/>
                    </a:moveTo>
                    <a:cubicBezTo>
                      <a:pt x="3306" y="0"/>
                      <a:pt x="3281" y="6"/>
                      <a:pt x="3263" y="17"/>
                    </a:cubicBezTo>
                    <a:lnTo>
                      <a:pt x="44" y="1879"/>
                    </a:lnTo>
                    <a:cubicBezTo>
                      <a:pt x="1" y="1899"/>
                      <a:pt x="1" y="1935"/>
                      <a:pt x="35" y="1958"/>
                    </a:cubicBezTo>
                    <a:lnTo>
                      <a:pt x="1079" y="2562"/>
                    </a:lnTo>
                    <a:lnTo>
                      <a:pt x="2882" y="1518"/>
                    </a:lnTo>
                    <a:lnTo>
                      <a:pt x="3422" y="1835"/>
                    </a:lnTo>
                    <a:lnTo>
                      <a:pt x="4909" y="980"/>
                    </a:lnTo>
                    <a:cubicBezTo>
                      <a:pt x="4952" y="950"/>
                      <a:pt x="4952" y="914"/>
                      <a:pt x="4909" y="894"/>
                    </a:cubicBezTo>
                    <a:lnTo>
                      <a:pt x="3399" y="17"/>
                    </a:lnTo>
                    <a:cubicBezTo>
                      <a:pt x="3382" y="6"/>
                      <a:pt x="3357" y="0"/>
                      <a:pt x="3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0" name="Google Shape;1210;p41"/>
              <p:cNvSpPr/>
              <p:nvPr/>
            </p:nvSpPr>
            <p:spPr>
              <a:xfrm>
                <a:off x="2158970" y="3680126"/>
                <a:ext cx="249407" cy="141728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32" extrusionOk="0">
                    <a:moveTo>
                      <a:pt x="1804" y="0"/>
                    </a:moveTo>
                    <a:lnTo>
                      <a:pt x="1" y="1044"/>
                    </a:lnTo>
                    <a:lnTo>
                      <a:pt x="475" y="1316"/>
                    </a:lnTo>
                    <a:cubicBezTo>
                      <a:pt x="493" y="1327"/>
                      <a:pt x="518" y="1332"/>
                      <a:pt x="543" y="1332"/>
                    </a:cubicBezTo>
                    <a:cubicBezTo>
                      <a:pt x="568" y="1332"/>
                      <a:pt x="593" y="1327"/>
                      <a:pt x="612" y="1316"/>
                    </a:cubicBezTo>
                    <a:lnTo>
                      <a:pt x="2344" y="317"/>
                    </a:lnTo>
                    <a:lnTo>
                      <a:pt x="180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1" name="Google Shape;1211;p41"/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2" name="Google Shape;1212;p41"/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3" name="Google Shape;1213;p41"/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4" name="Google Shape;1214;p41"/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5" name="Google Shape;1215;p41"/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1216;p41"/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1217;p41"/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8" name="Google Shape;1218;p41"/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9" name="Google Shape;1219;p41"/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0" name="Google Shape;1220;p41"/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1" name="Google Shape;1221;p41"/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2" name="Google Shape;1222;p41"/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3" name="Google Shape;1223;p41"/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4" name="Google Shape;1224;p41"/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5" name="Google Shape;1225;p41"/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" name="Google Shape;1226;p41"/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" name="Google Shape;1227;p41"/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" name="Google Shape;1228;p41"/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" name="Google Shape;1229;p41"/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" name="Google Shape;1230;p41"/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" name="Google Shape;1231;p41"/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" name="Google Shape;1232;p41"/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" name="Google Shape;1233;p41"/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" name="Google Shape;1234;p41"/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5" name="Google Shape;1235;p41"/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6" name="Google Shape;1236;p41"/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7" name="Google Shape;1237;p41"/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8" name="Google Shape;1238;p41"/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9" name="Google Shape;1239;p41"/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0" name="Google Shape;1240;p41"/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1" name="Google Shape;1241;p41"/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2" name="Google Shape;1242;p41"/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3" name="Google Shape;1243;p41"/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4" name="Google Shape;1244;p41"/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5" name="Google Shape;1245;p41"/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6" name="Google Shape;1246;p41"/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7" name="Google Shape;1247;p41"/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8" name="Google Shape;1248;p41"/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9" name="Google Shape;1249;p41"/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0" name="Google Shape;1250;p41"/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1" name="Google Shape;1251;p41"/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extrusionOk="0">
                    <a:moveTo>
                      <a:pt x="1562" y="1"/>
                    </a:moveTo>
                    <a:lnTo>
                      <a:pt x="1" y="89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2" name="Google Shape;1252;p41"/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fill="none" extrusionOk="0">
                    <a:moveTo>
                      <a:pt x="1562" y="1"/>
                    </a:moveTo>
                    <a:lnTo>
                      <a:pt x="1" y="89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3" name="Google Shape;1253;p41"/>
              <p:cNvSpPr/>
              <p:nvPr/>
            </p:nvSpPr>
            <p:spPr>
              <a:xfrm>
                <a:off x="1636210" y="2914500"/>
                <a:ext cx="345179" cy="203619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1427" extrusionOk="0">
                    <a:moveTo>
                      <a:pt x="2358" y="0"/>
                    </a:moveTo>
                    <a:cubicBezTo>
                      <a:pt x="2353" y="0"/>
                      <a:pt x="2348" y="1"/>
                      <a:pt x="2343" y="1"/>
                    </a:cubicBezTo>
                    <a:lnTo>
                      <a:pt x="1265" y="167"/>
                    </a:lnTo>
                    <a:cubicBezTo>
                      <a:pt x="1229" y="174"/>
                      <a:pt x="1186" y="194"/>
                      <a:pt x="1143" y="217"/>
                    </a:cubicBezTo>
                    <a:cubicBezTo>
                      <a:pt x="1093" y="244"/>
                      <a:pt x="1050" y="274"/>
                      <a:pt x="1022" y="310"/>
                    </a:cubicBezTo>
                    <a:lnTo>
                      <a:pt x="58" y="1323"/>
                    </a:lnTo>
                    <a:cubicBezTo>
                      <a:pt x="1" y="1381"/>
                      <a:pt x="0" y="1427"/>
                      <a:pt x="45" y="1427"/>
                    </a:cubicBezTo>
                    <a:cubicBezTo>
                      <a:pt x="51" y="1427"/>
                      <a:pt x="57" y="1426"/>
                      <a:pt x="64" y="1424"/>
                    </a:cubicBezTo>
                    <a:lnTo>
                      <a:pt x="1151" y="1259"/>
                    </a:lnTo>
                    <a:cubicBezTo>
                      <a:pt x="1186" y="1252"/>
                      <a:pt x="1229" y="1229"/>
                      <a:pt x="1272" y="1209"/>
                    </a:cubicBezTo>
                    <a:cubicBezTo>
                      <a:pt x="1315" y="1179"/>
                      <a:pt x="1358" y="1150"/>
                      <a:pt x="1388" y="1116"/>
                    </a:cubicBezTo>
                    <a:lnTo>
                      <a:pt x="2359" y="101"/>
                    </a:lnTo>
                    <a:cubicBezTo>
                      <a:pt x="2418" y="42"/>
                      <a:pt x="2416" y="0"/>
                      <a:pt x="2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4" name="Google Shape;1254;p41"/>
              <p:cNvSpPr/>
              <p:nvPr/>
            </p:nvSpPr>
            <p:spPr>
              <a:xfrm>
                <a:off x="1708286" y="3000657"/>
                <a:ext cx="237159" cy="219029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535" extrusionOk="0">
                    <a:moveTo>
                      <a:pt x="1589" y="0"/>
                    </a:moveTo>
                    <a:lnTo>
                      <a:pt x="949" y="670"/>
                    </a:lnTo>
                    <a:cubicBezTo>
                      <a:pt x="922" y="699"/>
                      <a:pt x="879" y="733"/>
                      <a:pt x="836" y="756"/>
                    </a:cubicBezTo>
                    <a:cubicBezTo>
                      <a:pt x="792" y="785"/>
                      <a:pt x="749" y="799"/>
                      <a:pt x="713" y="806"/>
                    </a:cubicBezTo>
                    <a:lnTo>
                      <a:pt x="1" y="922"/>
                    </a:lnTo>
                    <a:lnTo>
                      <a:pt x="59" y="1396"/>
                    </a:lnTo>
                    <a:cubicBezTo>
                      <a:pt x="72" y="1474"/>
                      <a:pt x="127" y="1534"/>
                      <a:pt x="190" y="1534"/>
                    </a:cubicBezTo>
                    <a:cubicBezTo>
                      <a:pt x="196" y="1534"/>
                      <a:pt x="203" y="1533"/>
                      <a:pt x="209" y="1532"/>
                    </a:cubicBezTo>
                    <a:lnTo>
                      <a:pt x="792" y="1439"/>
                    </a:lnTo>
                    <a:cubicBezTo>
                      <a:pt x="829" y="1439"/>
                      <a:pt x="879" y="1417"/>
                      <a:pt x="922" y="1396"/>
                    </a:cubicBezTo>
                    <a:cubicBezTo>
                      <a:pt x="965" y="1367"/>
                      <a:pt x="1008" y="1337"/>
                      <a:pt x="1036" y="1303"/>
                    </a:cubicBezTo>
                    <a:lnTo>
                      <a:pt x="1562" y="756"/>
                    </a:lnTo>
                    <a:cubicBezTo>
                      <a:pt x="1626" y="683"/>
                      <a:pt x="1662" y="561"/>
                      <a:pt x="1655" y="475"/>
                    </a:cubicBezTo>
                    <a:lnTo>
                      <a:pt x="158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5" name="Google Shape;1255;p41"/>
              <p:cNvSpPr/>
              <p:nvPr/>
            </p:nvSpPr>
            <p:spPr>
              <a:xfrm>
                <a:off x="1089829" y="3979226"/>
                <a:ext cx="683849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6427" h="2642" extrusionOk="0">
                    <a:moveTo>
                      <a:pt x="0" y="1"/>
                    </a:moveTo>
                    <a:lnTo>
                      <a:pt x="0" y="460"/>
                    </a:lnTo>
                    <a:lnTo>
                      <a:pt x="3657" y="2589"/>
                    </a:lnTo>
                    <a:cubicBezTo>
                      <a:pt x="3719" y="2624"/>
                      <a:pt x="3800" y="2642"/>
                      <a:pt x="3881" y="2642"/>
                    </a:cubicBezTo>
                    <a:cubicBezTo>
                      <a:pt x="3962" y="2642"/>
                      <a:pt x="4043" y="2624"/>
                      <a:pt x="4104" y="2589"/>
                    </a:cubicBezTo>
                    <a:lnTo>
                      <a:pt x="6331" y="1302"/>
                    </a:lnTo>
                    <a:cubicBezTo>
                      <a:pt x="6390" y="1265"/>
                      <a:pt x="6426" y="1215"/>
                      <a:pt x="6426" y="1172"/>
                    </a:cubicBezTo>
                    <a:cubicBezTo>
                      <a:pt x="6426" y="1020"/>
                      <a:pt x="6426" y="863"/>
                      <a:pt x="6418" y="712"/>
                    </a:cubicBezTo>
                    <a:cubicBezTo>
                      <a:pt x="6418" y="755"/>
                      <a:pt x="6390" y="805"/>
                      <a:pt x="6331" y="834"/>
                    </a:cubicBezTo>
                    <a:lnTo>
                      <a:pt x="5505" y="1315"/>
                    </a:lnTo>
                    <a:cubicBezTo>
                      <a:pt x="5548" y="1352"/>
                      <a:pt x="5598" y="1388"/>
                      <a:pt x="5650" y="1416"/>
                    </a:cubicBezTo>
                    <a:lnTo>
                      <a:pt x="5289" y="1467"/>
                    </a:lnTo>
                    <a:lnTo>
                      <a:pt x="5225" y="1647"/>
                    </a:lnTo>
                    <a:cubicBezTo>
                      <a:pt x="5175" y="1624"/>
                      <a:pt x="5132" y="1588"/>
                      <a:pt x="5089" y="1554"/>
                    </a:cubicBezTo>
                    <a:lnTo>
                      <a:pt x="4097" y="2128"/>
                    </a:lnTo>
                    <a:cubicBezTo>
                      <a:pt x="4039" y="2160"/>
                      <a:pt x="3960" y="2176"/>
                      <a:pt x="3880" y="2176"/>
                    </a:cubicBezTo>
                    <a:cubicBezTo>
                      <a:pt x="3800" y="2176"/>
                      <a:pt x="3719" y="2160"/>
                      <a:pt x="3657" y="212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6" name="Google Shape;1256;p41"/>
              <p:cNvSpPr/>
              <p:nvPr/>
            </p:nvSpPr>
            <p:spPr>
              <a:xfrm>
                <a:off x="1079721" y="3973055"/>
                <a:ext cx="10215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6" h="518" extrusionOk="0">
                    <a:moveTo>
                      <a:pt x="0" y="0"/>
                    </a:moveTo>
                    <a:lnTo>
                      <a:pt x="0" y="468"/>
                    </a:lnTo>
                    <a:lnTo>
                      <a:pt x="95" y="518"/>
                    </a:lnTo>
                    <a:lnTo>
                      <a:pt x="95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7" name="Google Shape;1257;p41"/>
              <p:cNvSpPr/>
              <p:nvPr/>
            </p:nvSpPr>
            <p:spPr>
              <a:xfrm>
                <a:off x="1079721" y="3919640"/>
                <a:ext cx="551697" cy="291117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736" extrusionOk="0">
                    <a:moveTo>
                      <a:pt x="871" y="0"/>
                    </a:moveTo>
                    <a:lnTo>
                      <a:pt x="828" y="28"/>
                    </a:lnTo>
                    <a:lnTo>
                      <a:pt x="749" y="71"/>
                    </a:lnTo>
                    <a:cubicBezTo>
                      <a:pt x="820" y="150"/>
                      <a:pt x="878" y="237"/>
                      <a:pt x="921" y="337"/>
                    </a:cubicBezTo>
                    <a:lnTo>
                      <a:pt x="683" y="475"/>
                    </a:lnTo>
                    <a:lnTo>
                      <a:pt x="511" y="373"/>
                    </a:lnTo>
                    <a:cubicBezTo>
                      <a:pt x="483" y="330"/>
                      <a:pt x="447" y="294"/>
                      <a:pt x="411" y="266"/>
                    </a:cubicBezTo>
                    <a:lnTo>
                      <a:pt x="368" y="294"/>
                    </a:lnTo>
                    <a:lnTo>
                      <a:pt x="130" y="432"/>
                    </a:lnTo>
                    <a:lnTo>
                      <a:pt x="30" y="488"/>
                    </a:lnTo>
                    <a:lnTo>
                      <a:pt x="0" y="502"/>
                    </a:lnTo>
                    <a:lnTo>
                      <a:pt x="95" y="561"/>
                    </a:lnTo>
                    <a:lnTo>
                      <a:pt x="3752" y="2688"/>
                    </a:lnTo>
                    <a:cubicBezTo>
                      <a:pt x="3814" y="2720"/>
                      <a:pt x="3895" y="2736"/>
                      <a:pt x="3975" y="2736"/>
                    </a:cubicBezTo>
                    <a:cubicBezTo>
                      <a:pt x="4055" y="2736"/>
                      <a:pt x="4134" y="2720"/>
                      <a:pt x="4192" y="2688"/>
                    </a:cubicBezTo>
                    <a:lnTo>
                      <a:pt x="5184" y="2114"/>
                    </a:lnTo>
                    <a:cubicBezTo>
                      <a:pt x="4910" y="1898"/>
                      <a:pt x="4744" y="1530"/>
                      <a:pt x="4637" y="1165"/>
                    </a:cubicBezTo>
                    <a:cubicBezTo>
                      <a:pt x="4580" y="1208"/>
                      <a:pt x="4522" y="1242"/>
                      <a:pt x="4458" y="1285"/>
                    </a:cubicBezTo>
                    <a:cubicBezTo>
                      <a:pt x="4066" y="1512"/>
                      <a:pt x="3554" y="1626"/>
                      <a:pt x="3042" y="1626"/>
                    </a:cubicBezTo>
                    <a:cubicBezTo>
                      <a:pt x="2529" y="1626"/>
                      <a:pt x="2017" y="1512"/>
                      <a:pt x="1625" y="1285"/>
                    </a:cubicBezTo>
                    <a:cubicBezTo>
                      <a:pt x="1230" y="1056"/>
                      <a:pt x="1035" y="761"/>
                      <a:pt x="1035" y="459"/>
                    </a:cubicBezTo>
                    <a:lnTo>
                      <a:pt x="1035" y="143"/>
                    </a:lnTo>
                    <a:lnTo>
                      <a:pt x="971" y="107"/>
                    </a:lnTo>
                    <a:cubicBezTo>
                      <a:pt x="942" y="64"/>
                      <a:pt x="906" y="28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8" name="Google Shape;1258;p41"/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9" name="Google Shape;1259;p41"/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80" y="1"/>
                    </a:moveTo>
                    <a:lnTo>
                      <a:pt x="80" y="1"/>
                    </a:lnTo>
                    <a:lnTo>
                      <a:pt x="1" y="44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0" name="Google Shape;1260;p41"/>
              <p:cNvSpPr/>
              <p:nvPr/>
            </p:nvSpPr>
            <p:spPr>
              <a:xfrm>
                <a:off x="1612057" y="3955392"/>
                <a:ext cx="160668" cy="16386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540" extrusionOk="0">
                    <a:moveTo>
                      <a:pt x="36" y="1"/>
                    </a:moveTo>
                    <a:lnTo>
                      <a:pt x="36" y="123"/>
                    </a:lnTo>
                    <a:cubicBezTo>
                      <a:pt x="36" y="203"/>
                      <a:pt x="22" y="275"/>
                      <a:pt x="0" y="354"/>
                    </a:cubicBezTo>
                    <a:cubicBezTo>
                      <a:pt x="95" y="786"/>
                      <a:pt x="274" y="1274"/>
                      <a:pt x="597" y="1539"/>
                    </a:cubicBezTo>
                    <a:lnTo>
                      <a:pt x="1423" y="1058"/>
                    </a:lnTo>
                    <a:cubicBezTo>
                      <a:pt x="1482" y="1029"/>
                      <a:pt x="1510" y="979"/>
                      <a:pt x="1510" y="936"/>
                    </a:cubicBezTo>
                    <a:cubicBezTo>
                      <a:pt x="1510" y="886"/>
                      <a:pt x="1482" y="843"/>
                      <a:pt x="1423" y="806"/>
                    </a:cubicBez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1" name="Google Shape;1261;p41"/>
              <p:cNvSpPr/>
              <p:nvPr/>
            </p:nvSpPr>
            <p:spPr>
              <a:xfrm>
                <a:off x="1022370" y="3571595"/>
                <a:ext cx="760459" cy="440613"/>
              </a:xfrm>
              <a:custGeom>
                <a:avLst/>
                <a:gdLst/>
                <a:ahLst/>
                <a:cxnLst/>
                <a:rect l="l" t="t" r="r" b="b"/>
                <a:pathLst>
                  <a:path w="7147" h="4141" extrusionOk="0">
                    <a:moveTo>
                      <a:pt x="3558" y="0"/>
                    </a:moveTo>
                    <a:lnTo>
                      <a:pt x="1" y="2071"/>
                    </a:lnTo>
                    <a:lnTo>
                      <a:pt x="1467" y="2918"/>
                    </a:lnTo>
                    <a:lnTo>
                      <a:pt x="1481" y="2926"/>
                    </a:lnTo>
                    <a:lnTo>
                      <a:pt x="1574" y="2976"/>
                    </a:lnTo>
                    <a:lnTo>
                      <a:pt x="1617" y="3004"/>
                    </a:lnTo>
                    <a:lnTo>
                      <a:pt x="1747" y="3076"/>
                    </a:lnTo>
                    <a:lnTo>
                      <a:pt x="1755" y="3083"/>
                    </a:lnTo>
                    <a:lnTo>
                      <a:pt x="2323" y="3408"/>
                    </a:lnTo>
                    <a:lnTo>
                      <a:pt x="3351" y="4004"/>
                    </a:lnTo>
                    <a:lnTo>
                      <a:pt x="3588" y="4141"/>
                    </a:lnTo>
                    <a:lnTo>
                      <a:pt x="4990" y="3321"/>
                    </a:lnTo>
                    <a:lnTo>
                      <a:pt x="4774" y="3142"/>
                    </a:lnTo>
                    <a:lnTo>
                      <a:pt x="3394" y="1969"/>
                    </a:lnTo>
                    <a:lnTo>
                      <a:pt x="3817" y="1739"/>
                    </a:lnTo>
                    <a:lnTo>
                      <a:pt x="5406" y="3083"/>
                    </a:lnTo>
                    <a:lnTo>
                      <a:pt x="5578" y="2983"/>
                    </a:lnTo>
                    <a:lnTo>
                      <a:pt x="7146" y="2071"/>
                    </a:lnTo>
                    <a:lnTo>
                      <a:pt x="35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2" name="Google Shape;1262;p41"/>
              <p:cNvSpPr/>
              <p:nvPr/>
            </p:nvSpPr>
            <p:spPr>
              <a:xfrm>
                <a:off x="1147819" y="3913469"/>
                <a:ext cx="24685" cy="13832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30" extrusionOk="0">
                    <a:moveTo>
                      <a:pt x="93" y="1"/>
                    </a:moveTo>
                    <a:cubicBezTo>
                      <a:pt x="67" y="1"/>
                      <a:pt x="43" y="8"/>
                      <a:pt x="23" y="22"/>
                    </a:cubicBezTo>
                    <a:cubicBezTo>
                      <a:pt x="16" y="22"/>
                      <a:pt x="7" y="29"/>
                      <a:pt x="7" y="29"/>
                    </a:cubicBezTo>
                    <a:cubicBezTo>
                      <a:pt x="0" y="29"/>
                      <a:pt x="0" y="36"/>
                      <a:pt x="0" y="36"/>
                    </a:cubicBezTo>
                    <a:cubicBezTo>
                      <a:pt x="36" y="65"/>
                      <a:pt x="73" y="93"/>
                      <a:pt x="109" y="129"/>
                    </a:cubicBezTo>
                    <a:lnTo>
                      <a:pt x="188" y="86"/>
                    </a:lnTo>
                    <a:lnTo>
                      <a:pt x="231" y="58"/>
                    </a:lnTo>
                    <a:cubicBezTo>
                      <a:pt x="223" y="50"/>
                      <a:pt x="209" y="43"/>
                      <a:pt x="195" y="36"/>
                    </a:cubicBezTo>
                    <a:lnTo>
                      <a:pt x="188" y="29"/>
                    </a:lnTo>
                    <a:cubicBezTo>
                      <a:pt x="154" y="10"/>
                      <a:pt x="122" y="1"/>
                      <a:pt x="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3" name="Google Shape;1263;p41"/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1" y="44"/>
                    </a:moveTo>
                    <a:lnTo>
                      <a:pt x="80" y="1"/>
                    </a:lnTo>
                    <a:lnTo>
                      <a:pt x="80" y="1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4" name="Google Shape;1264;p41"/>
              <p:cNvSpPr/>
              <p:nvPr/>
            </p:nvSpPr>
            <p:spPr>
              <a:xfrm>
                <a:off x="1140265" y="3892082"/>
                <a:ext cx="49690" cy="28409"/>
              </a:xfrm>
              <a:custGeom>
                <a:avLst/>
                <a:gdLst/>
                <a:ahLst/>
                <a:cxnLst/>
                <a:rect l="l" t="t" r="r" b="b"/>
                <a:pathLst>
                  <a:path w="467" h="267" extrusionOk="0">
                    <a:moveTo>
                      <a:pt x="121" y="1"/>
                    </a:moveTo>
                    <a:cubicBezTo>
                      <a:pt x="78" y="21"/>
                      <a:pt x="44" y="44"/>
                      <a:pt x="1" y="64"/>
                    </a:cubicBezTo>
                    <a:cubicBezTo>
                      <a:pt x="7" y="64"/>
                      <a:pt x="14" y="57"/>
                      <a:pt x="21" y="57"/>
                    </a:cubicBezTo>
                    <a:cubicBezTo>
                      <a:pt x="21" y="57"/>
                      <a:pt x="28" y="51"/>
                      <a:pt x="35" y="51"/>
                    </a:cubicBezTo>
                    <a:lnTo>
                      <a:pt x="44" y="51"/>
                    </a:lnTo>
                    <a:cubicBezTo>
                      <a:pt x="44" y="44"/>
                      <a:pt x="51" y="44"/>
                      <a:pt x="51" y="44"/>
                    </a:cubicBezTo>
                    <a:lnTo>
                      <a:pt x="71" y="44"/>
                    </a:lnTo>
                    <a:cubicBezTo>
                      <a:pt x="87" y="44"/>
                      <a:pt x="94" y="35"/>
                      <a:pt x="101" y="35"/>
                    </a:cubicBezTo>
                    <a:cubicBezTo>
                      <a:pt x="151" y="35"/>
                      <a:pt x="208" y="57"/>
                      <a:pt x="266" y="94"/>
                    </a:cubicBezTo>
                    <a:cubicBezTo>
                      <a:pt x="273" y="94"/>
                      <a:pt x="280" y="101"/>
                      <a:pt x="287" y="107"/>
                    </a:cubicBezTo>
                    <a:lnTo>
                      <a:pt x="294" y="107"/>
                    </a:lnTo>
                    <a:cubicBezTo>
                      <a:pt x="302" y="107"/>
                      <a:pt x="302" y="107"/>
                      <a:pt x="302" y="114"/>
                    </a:cubicBezTo>
                    <a:cubicBezTo>
                      <a:pt x="316" y="121"/>
                      <a:pt x="323" y="130"/>
                      <a:pt x="330" y="137"/>
                    </a:cubicBezTo>
                    <a:lnTo>
                      <a:pt x="337" y="137"/>
                    </a:lnTo>
                    <a:cubicBezTo>
                      <a:pt x="352" y="151"/>
                      <a:pt x="359" y="157"/>
                      <a:pt x="373" y="173"/>
                    </a:cubicBezTo>
                    <a:cubicBezTo>
                      <a:pt x="373" y="173"/>
                      <a:pt x="380" y="173"/>
                      <a:pt x="380" y="180"/>
                    </a:cubicBezTo>
                    <a:cubicBezTo>
                      <a:pt x="389" y="187"/>
                      <a:pt x="396" y="194"/>
                      <a:pt x="402" y="201"/>
                    </a:cubicBezTo>
                    <a:lnTo>
                      <a:pt x="409" y="201"/>
                    </a:lnTo>
                    <a:cubicBezTo>
                      <a:pt x="416" y="216"/>
                      <a:pt x="432" y="223"/>
                      <a:pt x="439" y="237"/>
                    </a:cubicBezTo>
                    <a:cubicBezTo>
                      <a:pt x="446" y="251"/>
                      <a:pt x="452" y="259"/>
                      <a:pt x="466" y="266"/>
                    </a:cubicBezTo>
                    <a:lnTo>
                      <a:pt x="466" y="194"/>
                    </a:lnTo>
                    <a:lnTo>
                      <a:pt x="439" y="180"/>
                    </a:lnTo>
                    <a:lnTo>
                      <a:pt x="366" y="137"/>
                    </a:lnTo>
                    <a:lnTo>
                      <a:pt x="302" y="101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5" name="Google Shape;1265;p41"/>
              <p:cNvSpPr/>
              <p:nvPr/>
            </p:nvSpPr>
            <p:spPr>
              <a:xfrm>
                <a:off x="1131114" y="3895806"/>
                <a:ext cx="58841" cy="39156"/>
              </a:xfrm>
              <a:custGeom>
                <a:avLst/>
                <a:gdLst/>
                <a:ahLst/>
                <a:cxnLst/>
                <a:rect l="l" t="t" r="r" b="b"/>
                <a:pathLst>
                  <a:path w="553" h="368" extrusionOk="0">
                    <a:moveTo>
                      <a:pt x="187" y="0"/>
                    </a:moveTo>
                    <a:cubicBezTo>
                      <a:pt x="180" y="0"/>
                      <a:pt x="173" y="9"/>
                      <a:pt x="157" y="9"/>
                    </a:cubicBezTo>
                    <a:lnTo>
                      <a:pt x="137" y="9"/>
                    </a:lnTo>
                    <a:cubicBezTo>
                      <a:pt x="137" y="9"/>
                      <a:pt x="130" y="9"/>
                      <a:pt x="130" y="16"/>
                    </a:cubicBezTo>
                    <a:lnTo>
                      <a:pt x="121" y="16"/>
                    </a:lnTo>
                    <a:cubicBezTo>
                      <a:pt x="114" y="16"/>
                      <a:pt x="107" y="22"/>
                      <a:pt x="107" y="22"/>
                    </a:cubicBezTo>
                    <a:cubicBezTo>
                      <a:pt x="100" y="22"/>
                      <a:pt x="93" y="29"/>
                      <a:pt x="87" y="29"/>
                    </a:cubicBezTo>
                    <a:cubicBezTo>
                      <a:pt x="50" y="52"/>
                      <a:pt x="21" y="86"/>
                      <a:pt x="0" y="138"/>
                    </a:cubicBezTo>
                    <a:cubicBezTo>
                      <a:pt x="43" y="145"/>
                      <a:pt x="87" y="159"/>
                      <a:pt x="130" y="188"/>
                    </a:cubicBezTo>
                    <a:cubicBezTo>
                      <a:pt x="137" y="188"/>
                      <a:pt x="143" y="195"/>
                      <a:pt x="157" y="202"/>
                    </a:cubicBezTo>
                    <a:cubicBezTo>
                      <a:pt x="157" y="202"/>
                      <a:pt x="157" y="195"/>
                      <a:pt x="164" y="195"/>
                    </a:cubicBezTo>
                    <a:cubicBezTo>
                      <a:pt x="164" y="195"/>
                      <a:pt x="173" y="188"/>
                      <a:pt x="180" y="188"/>
                    </a:cubicBezTo>
                    <a:cubicBezTo>
                      <a:pt x="200" y="174"/>
                      <a:pt x="224" y="167"/>
                      <a:pt x="250" y="167"/>
                    </a:cubicBezTo>
                    <a:cubicBezTo>
                      <a:pt x="279" y="167"/>
                      <a:pt x="311" y="176"/>
                      <a:pt x="345" y="195"/>
                    </a:cubicBezTo>
                    <a:lnTo>
                      <a:pt x="352" y="202"/>
                    </a:lnTo>
                    <a:cubicBezTo>
                      <a:pt x="366" y="209"/>
                      <a:pt x="380" y="216"/>
                      <a:pt x="388" y="224"/>
                    </a:cubicBezTo>
                    <a:cubicBezTo>
                      <a:pt x="423" y="252"/>
                      <a:pt x="459" y="288"/>
                      <a:pt x="488" y="331"/>
                    </a:cubicBezTo>
                    <a:lnTo>
                      <a:pt x="552" y="367"/>
                    </a:lnTo>
                    <a:lnTo>
                      <a:pt x="552" y="231"/>
                    </a:lnTo>
                    <a:cubicBezTo>
                      <a:pt x="538" y="224"/>
                      <a:pt x="532" y="216"/>
                      <a:pt x="525" y="202"/>
                    </a:cubicBezTo>
                    <a:cubicBezTo>
                      <a:pt x="518" y="188"/>
                      <a:pt x="502" y="181"/>
                      <a:pt x="495" y="166"/>
                    </a:cubicBezTo>
                    <a:lnTo>
                      <a:pt x="488" y="166"/>
                    </a:lnTo>
                    <a:cubicBezTo>
                      <a:pt x="482" y="159"/>
                      <a:pt x="475" y="152"/>
                      <a:pt x="466" y="145"/>
                    </a:cubicBezTo>
                    <a:cubicBezTo>
                      <a:pt x="466" y="138"/>
                      <a:pt x="459" y="138"/>
                      <a:pt x="459" y="138"/>
                    </a:cubicBezTo>
                    <a:cubicBezTo>
                      <a:pt x="445" y="122"/>
                      <a:pt x="438" y="116"/>
                      <a:pt x="423" y="102"/>
                    </a:cubicBezTo>
                    <a:lnTo>
                      <a:pt x="416" y="102"/>
                    </a:lnTo>
                    <a:cubicBezTo>
                      <a:pt x="409" y="95"/>
                      <a:pt x="402" y="86"/>
                      <a:pt x="388" y="79"/>
                    </a:cubicBezTo>
                    <a:cubicBezTo>
                      <a:pt x="388" y="72"/>
                      <a:pt x="388" y="72"/>
                      <a:pt x="380" y="72"/>
                    </a:cubicBezTo>
                    <a:lnTo>
                      <a:pt x="373" y="72"/>
                    </a:lnTo>
                    <a:cubicBezTo>
                      <a:pt x="366" y="66"/>
                      <a:pt x="359" y="59"/>
                      <a:pt x="352" y="59"/>
                    </a:cubicBezTo>
                    <a:cubicBezTo>
                      <a:pt x="294" y="22"/>
                      <a:pt x="237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6" name="Google Shape;1266;p41"/>
              <p:cNvSpPr/>
              <p:nvPr/>
            </p:nvSpPr>
            <p:spPr>
              <a:xfrm>
                <a:off x="1091213" y="3910064"/>
                <a:ext cx="86612" cy="6011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565" extrusionOk="0">
                    <a:moveTo>
                      <a:pt x="335" y="1"/>
                    </a:moveTo>
                    <a:cubicBezTo>
                      <a:pt x="298" y="1"/>
                      <a:pt x="264" y="9"/>
                      <a:pt x="237" y="25"/>
                    </a:cubicBezTo>
                    <a:cubicBezTo>
                      <a:pt x="160" y="68"/>
                      <a:pt x="80" y="118"/>
                      <a:pt x="1" y="161"/>
                    </a:cubicBezTo>
                    <a:cubicBezTo>
                      <a:pt x="8" y="161"/>
                      <a:pt x="15" y="154"/>
                      <a:pt x="22" y="154"/>
                    </a:cubicBezTo>
                    <a:cubicBezTo>
                      <a:pt x="22" y="154"/>
                      <a:pt x="22" y="147"/>
                      <a:pt x="30" y="147"/>
                    </a:cubicBezTo>
                    <a:lnTo>
                      <a:pt x="44" y="147"/>
                    </a:lnTo>
                    <a:cubicBezTo>
                      <a:pt x="51" y="140"/>
                      <a:pt x="65" y="140"/>
                      <a:pt x="73" y="140"/>
                    </a:cubicBezTo>
                    <a:cubicBezTo>
                      <a:pt x="80" y="140"/>
                      <a:pt x="87" y="133"/>
                      <a:pt x="101" y="133"/>
                    </a:cubicBezTo>
                    <a:cubicBezTo>
                      <a:pt x="151" y="133"/>
                      <a:pt x="210" y="154"/>
                      <a:pt x="267" y="190"/>
                    </a:cubicBezTo>
                    <a:cubicBezTo>
                      <a:pt x="273" y="190"/>
                      <a:pt x="280" y="197"/>
                      <a:pt x="289" y="204"/>
                    </a:cubicBezTo>
                    <a:lnTo>
                      <a:pt x="296" y="204"/>
                    </a:lnTo>
                    <a:cubicBezTo>
                      <a:pt x="324" y="227"/>
                      <a:pt x="346" y="247"/>
                      <a:pt x="375" y="270"/>
                    </a:cubicBezTo>
                    <a:cubicBezTo>
                      <a:pt x="382" y="277"/>
                      <a:pt x="396" y="290"/>
                      <a:pt x="403" y="297"/>
                    </a:cubicBezTo>
                    <a:cubicBezTo>
                      <a:pt x="475" y="377"/>
                      <a:pt x="532" y="463"/>
                      <a:pt x="575" y="565"/>
                    </a:cubicBezTo>
                    <a:lnTo>
                      <a:pt x="813" y="427"/>
                    </a:lnTo>
                    <a:cubicBezTo>
                      <a:pt x="770" y="327"/>
                      <a:pt x="712" y="240"/>
                      <a:pt x="641" y="161"/>
                    </a:cubicBezTo>
                    <a:cubicBezTo>
                      <a:pt x="605" y="125"/>
                      <a:pt x="568" y="97"/>
                      <a:pt x="532" y="68"/>
                    </a:cubicBezTo>
                    <a:cubicBezTo>
                      <a:pt x="518" y="61"/>
                      <a:pt x="512" y="54"/>
                      <a:pt x="505" y="54"/>
                    </a:cubicBezTo>
                    <a:cubicBezTo>
                      <a:pt x="462" y="25"/>
                      <a:pt x="418" y="11"/>
                      <a:pt x="375" y="4"/>
                    </a:cubicBezTo>
                    <a:cubicBezTo>
                      <a:pt x="362" y="2"/>
                      <a:pt x="348" y="1"/>
                      <a:pt x="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7" name="Google Shape;1267;p41"/>
              <p:cNvSpPr/>
              <p:nvPr/>
            </p:nvSpPr>
            <p:spPr>
              <a:xfrm>
                <a:off x="1093447" y="3941985"/>
                <a:ext cx="30006" cy="23621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22" extrusionOk="0">
                    <a:moveTo>
                      <a:pt x="138" y="1"/>
                    </a:moveTo>
                    <a:cubicBezTo>
                      <a:pt x="114" y="1"/>
                      <a:pt x="92" y="7"/>
                      <a:pt x="73" y="20"/>
                    </a:cubicBezTo>
                    <a:cubicBezTo>
                      <a:pt x="66" y="20"/>
                      <a:pt x="59" y="27"/>
                      <a:pt x="52" y="27"/>
                    </a:cubicBezTo>
                    <a:cubicBezTo>
                      <a:pt x="52" y="34"/>
                      <a:pt x="44" y="34"/>
                      <a:pt x="44" y="40"/>
                    </a:cubicBezTo>
                    <a:cubicBezTo>
                      <a:pt x="37" y="49"/>
                      <a:pt x="30" y="56"/>
                      <a:pt x="23" y="70"/>
                    </a:cubicBezTo>
                    <a:cubicBezTo>
                      <a:pt x="23" y="77"/>
                      <a:pt x="16" y="77"/>
                      <a:pt x="16" y="84"/>
                    </a:cubicBezTo>
                    <a:cubicBezTo>
                      <a:pt x="16" y="92"/>
                      <a:pt x="9" y="92"/>
                      <a:pt x="9" y="99"/>
                    </a:cubicBezTo>
                    <a:cubicBezTo>
                      <a:pt x="9" y="106"/>
                      <a:pt x="9" y="113"/>
                      <a:pt x="1" y="120"/>
                    </a:cubicBezTo>
                    <a:lnTo>
                      <a:pt x="1" y="142"/>
                    </a:lnTo>
                    <a:lnTo>
                      <a:pt x="1" y="170"/>
                    </a:lnTo>
                    <a:lnTo>
                      <a:pt x="1" y="222"/>
                    </a:lnTo>
                    <a:lnTo>
                      <a:pt x="239" y="84"/>
                    </a:lnTo>
                    <a:lnTo>
                      <a:pt x="282" y="56"/>
                    </a:lnTo>
                    <a:cubicBezTo>
                      <a:pt x="268" y="49"/>
                      <a:pt x="259" y="40"/>
                      <a:pt x="246" y="34"/>
                    </a:cubicBezTo>
                    <a:cubicBezTo>
                      <a:pt x="239" y="34"/>
                      <a:pt x="239" y="27"/>
                      <a:pt x="239" y="27"/>
                    </a:cubicBezTo>
                    <a:cubicBezTo>
                      <a:pt x="202" y="10"/>
                      <a:pt x="168" y="1"/>
                      <a:pt x="1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8" name="Google Shape;1268;p41"/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9" name="Google Shape;1269;p41"/>
              <p:cNvSpPr/>
              <p:nvPr/>
            </p:nvSpPr>
            <p:spPr>
              <a:xfrm>
                <a:off x="1079721" y="3924215"/>
                <a:ext cx="72779" cy="4745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46" extrusionOk="0">
                    <a:moveTo>
                      <a:pt x="209" y="0"/>
                    </a:moveTo>
                    <a:cubicBezTo>
                      <a:pt x="195" y="0"/>
                      <a:pt x="188" y="7"/>
                      <a:pt x="181" y="7"/>
                    </a:cubicBezTo>
                    <a:cubicBezTo>
                      <a:pt x="173" y="7"/>
                      <a:pt x="159" y="7"/>
                      <a:pt x="152" y="14"/>
                    </a:cubicBezTo>
                    <a:lnTo>
                      <a:pt x="138" y="14"/>
                    </a:lnTo>
                    <a:cubicBezTo>
                      <a:pt x="130" y="14"/>
                      <a:pt x="130" y="21"/>
                      <a:pt x="130" y="21"/>
                    </a:cubicBezTo>
                    <a:cubicBezTo>
                      <a:pt x="123" y="21"/>
                      <a:pt x="116" y="28"/>
                      <a:pt x="109" y="28"/>
                    </a:cubicBezTo>
                    <a:cubicBezTo>
                      <a:pt x="43" y="64"/>
                      <a:pt x="0" y="150"/>
                      <a:pt x="0" y="266"/>
                    </a:cubicBezTo>
                    <a:cubicBezTo>
                      <a:pt x="0" y="323"/>
                      <a:pt x="16" y="389"/>
                      <a:pt x="30" y="445"/>
                    </a:cubicBezTo>
                    <a:lnTo>
                      <a:pt x="130" y="389"/>
                    </a:lnTo>
                    <a:lnTo>
                      <a:pt x="130" y="337"/>
                    </a:lnTo>
                    <a:lnTo>
                      <a:pt x="130" y="309"/>
                    </a:lnTo>
                    <a:lnTo>
                      <a:pt x="130" y="287"/>
                    </a:lnTo>
                    <a:cubicBezTo>
                      <a:pt x="138" y="280"/>
                      <a:pt x="138" y="273"/>
                      <a:pt x="138" y="266"/>
                    </a:cubicBezTo>
                    <a:cubicBezTo>
                      <a:pt x="138" y="259"/>
                      <a:pt x="145" y="259"/>
                      <a:pt x="145" y="251"/>
                    </a:cubicBezTo>
                    <a:cubicBezTo>
                      <a:pt x="145" y="244"/>
                      <a:pt x="152" y="244"/>
                      <a:pt x="152" y="237"/>
                    </a:cubicBezTo>
                    <a:cubicBezTo>
                      <a:pt x="159" y="223"/>
                      <a:pt x="166" y="216"/>
                      <a:pt x="173" y="207"/>
                    </a:cubicBezTo>
                    <a:cubicBezTo>
                      <a:pt x="173" y="201"/>
                      <a:pt x="181" y="201"/>
                      <a:pt x="181" y="194"/>
                    </a:cubicBezTo>
                    <a:cubicBezTo>
                      <a:pt x="188" y="194"/>
                      <a:pt x="195" y="187"/>
                      <a:pt x="202" y="187"/>
                    </a:cubicBezTo>
                    <a:cubicBezTo>
                      <a:pt x="221" y="174"/>
                      <a:pt x="243" y="168"/>
                      <a:pt x="267" y="168"/>
                    </a:cubicBezTo>
                    <a:cubicBezTo>
                      <a:pt x="297" y="168"/>
                      <a:pt x="331" y="177"/>
                      <a:pt x="368" y="194"/>
                    </a:cubicBezTo>
                    <a:cubicBezTo>
                      <a:pt x="368" y="194"/>
                      <a:pt x="368" y="201"/>
                      <a:pt x="375" y="201"/>
                    </a:cubicBezTo>
                    <a:cubicBezTo>
                      <a:pt x="388" y="207"/>
                      <a:pt x="397" y="216"/>
                      <a:pt x="411" y="223"/>
                    </a:cubicBezTo>
                    <a:cubicBezTo>
                      <a:pt x="447" y="251"/>
                      <a:pt x="483" y="287"/>
                      <a:pt x="511" y="330"/>
                    </a:cubicBezTo>
                    <a:lnTo>
                      <a:pt x="683" y="432"/>
                    </a:lnTo>
                    <a:cubicBezTo>
                      <a:pt x="640" y="330"/>
                      <a:pt x="583" y="244"/>
                      <a:pt x="511" y="164"/>
                    </a:cubicBezTo>
                    <a:cubicBezTo>
                      <a:pt x="504" y="157"/>
                      <a:pt x="490" y="144"/>
                      <a:pt x="483" y="137"/>
                    </a:cubicBezTo>
                    <a:cubicBezTo>
                      <a:pt x="454" y="114"/>
                      <a:pt x="432" y="94"/>
                      <a:pt x="404" y="71"/>
                    </a:cubicBezTo>
                    <a:lnTo>
                      <a:pt x="397" y="71"/>
                    </a:lnTo>
                    <a:cubicBezTo>
                      <a:pt x="388" y="64"/>
                      <a:pt x="381" y="57"/>
                      <a:pt x="375" y="57"/>
                    </a:cubicBezTo>
                    <a:cubicBezTo>
                      <a:pt x="318" y="21"/>
                      <a:pt x="259" y="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0" name="Google Shape;1270;p41"/>
              <p:cNvSpPr/>
              <p:nvPr/>
            </p:nvSpPr>
            <p:spPr>
              <a:xfrm>
                <a:off x="1600672" y="3913362"/>
                <a:ext cx="15322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144" h="750" extrusionOk="0">
                    <a:moveTo>
                      <a:pt x="143" y="1"/>
                    </a:moveTo>
                    <a:lnTo>
                      <a:pt x="0" y="87"/>
                    </a:lnTo>
                    <a:cubicBezTo>
                      <a:pt x="7" y="152"/>
                      <a:pt x="14" y="239"/>
                      <a:pt x="29" y="325"/>
                    </a:cubicBezTo>
                    <a:cubicBezTo>
                      <a:pt x="43" y="454"/>
                      <a:pt x="73" y="598"/>
                      <a:pt x="107" y="749"/>
                    </a:cubicBezTo>
                    <a:cubicBezTo>
                      <a:pt x="129" y="670"/>
                      <a:pt x="143" y="598"/>
                      <a:pt x="143" y="518"/>
                    </a:cubicBez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1" name="Google Shape;1271;p41"/>
              <p:cNvSpPr/>
              <p:nvPr/>
            </p:nvSpPr>
            <p:spPr>
              <a:xfrm>
                <a:off x="1189848" y="3912617"/>
                <a:ext cx="383368" cy="180033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1692" extrusionOk="0">
                    <a:moveTo>
                      <a:pt x="0" y="1"/>
                    </a:moveTo>
                    <a:lnTo>
                      <a:pt x="0" y="525"/>
                    </a:lnTo>
                    <a:cubicBezTo>
                      <a:pt x="0" y="827"/>
                      <a:pt x="195" y="1122"/>
                      <a:pt x="590" y="1351"/>
                    </a:cubicBezTo>
                    <a:cubicBezTo>
                      <a:pt x="982" y="1578"/>
                      <a:pt x="1494" y="1692"/>
                      <a:pt x="2007" y="1692"/>
                    </a:cubicBezTo>
                    <a:cubicBezTo>
                      <a:pt x="2519" y="1692"/>
                      <a:pt x="3031" y="1578"/>
                      <a:pt x="3423" y="1351"/>
                    </a:cubicBezTo>
                    <a:cubicBezTo>
                      <a:pt x="3487" y="1308"/>
                      <a:pt x="3545" y="1274"/>
                      <a:pt x="3602" y="1231"/>
                    </a:cubicBezTo>
                    <a:cubicBezTo>
                      <a:pt x="3502" y="886"/>
                      <a:pt x="3451" y="548"/>
                      <a:pt x="3437" y="339"/>
                    </a:cubicBezTo>
                    <a:lnTo>
                      <a:pt x="2014" y="1165"/>
                    </a:lnTo>
                    <a:lnTo>
                      <a:pt x="1582" y="913"/>
                    </a:lnTo>
                    <a:lnTo>
                      <a:pt x="547" y="316"/>
                    </a:lnTo>
                    <a:lnTo>
                      <a:pt x="288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2" name="Google Shape;1272;p41"/>
              <p:cNvSpPr/>
              <p:nvPr/>
            </p:nvSpPr>
            <p:spPr>
              <a:xfrm>
                <a:off x="1022370" y="3791850"/>
                <a:ext cx="381772" cy="244832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230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1229" y="943"/>
                    </a:lnTo>
                    <a:lnTo>
                      <a:pt x="1410" y="1043"/>
                    </a:lnTo>
                    <a:lnTo>
                      <a:pt x="1474" y="1079"/>
                    </a:lnTo>
                    <a:lnTo>
                      <a:pt x="1547" y="1122"/>
                    </a:lnTo>
                    <a:lnTo>
                      <a:pt x="1574" y="1136"/>
                    </a:lnTo>
                    <a:lnTo>
                      <a:pt x="1862" y="1301"/>
                    </a:lnTo>
                    <a:lnTo>
                      <a:pt x="2121" y="1451"/>
                    </a:lnTo>
                    <a:lnTo>
                      <a:pt x="3156" y="2048"/>
                    </a:lnTo>
                    <a:lnTo>
                      <a:pt x="3588" y="2300"/>
                    </a:lnTo>
                    <a:lnTo>
                      <a:pt x="3588" y="2071"/>
                    </a:lnTo>
                    <a:lnTo>
                      <a:pt x="3351" y="1934"/>
                    </a:lnTo>
                    <a:lnTo>
                      <a:pt x="2323" y="1338"/>
                    </a:lnTo>
                    <a:lnTo>
                      <a:pt x="1755" y="1013"/>
                    </a:lnTo>
                    <a:lnTo>
                      <a:pt x="1747" y="1006"/>
                    </a:lnTo>
                    <a:lnTo>
                      <a:pt x="1617" y="934"/>
                    </a:lnTo>
                    <a:lnTo>
                      <a:pt x="1574" y="906"/>
                    </a:lnTo>
                    <a:lnTo>
                      <a:pt x="1481" y="856"/>
                    </a:lnTo>
                    <a:lnTo>
                      <a:pt x="1467" y="8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3" name="Google Shape;1273;p41"/>
              <p:cNvSpPr/>
              <p:nvPr/>
            </p:nvSpPr>
            <p:spPr>
              <a:xfrm>
                <a:off x="1404038" y="3924960"/>
                <a:ext cx="151517" cy="111723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050" extrusionOk="0">
                    <a:moveTo>
                      <a:pt x="1403" y="0"/>
                    </a:moveTo>
                    <a:lnTo>
                      <a:pt x="1" y="820"/>
                    </a:lnTo>
                    <a:lnTo>
                      <a:pt x="1" y="1049"/>
                    </a:lnTo>
                    <a:lnTo>
                      <a:pt x="1424" y="223"/>
                    </a:lnTo>
                    <a:cubicBezTo>
                      <a:pt x="1410" y="87"/>
                      <a:pt x="1403" y="0"/>
                      <a:pt x="1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4" name="Google Shape;1274;p41"/>
              <p:cNvSpPr/>
              <p:nvPr/>
            </p:nvSpPr>
            <p:spPr>
              <a:xfrm>
                <a:off x="1597479" y="3791850"/>
                <a:ext cx="185353" cy="130769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229" extrusionOk="0">
                    <a:moveTo>
                      <a:pt x="1741" y="1"/>
                    </a:moveTo>
                    <a:lnTo>
                      <a:pt x="173" y="913"/>
                    </a:lnTo>
                    <a:lnTo>
                      <a:pt x="1" y="1013"/>
                    </a:lnTo>
                    <a:lnTo>
                      <a:pt x="16" y="1020"/>
                    </a:lnTo>
                    <a:cubicBezTo>
                      <a:pt x="16" y="1020"/>
                      <a:pt x="16" y="1099"/>
                      <a:pt x="30" y="1229"/>
                    </a:cubicBezTo>
                    <a:lnTo>
                      <a:pt x="173" y="1143"/>
                    </a:lnTo>
                    <a:lnTo>
                      <a:pt x="1741" y="230"/>
                    </a:lnTo>
                    <a:lnTo>
                      <a:pt x="174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5" name="Google Shape;1275;p41"/>
              <p:cNvSpPr/>
              <p:nvPr/>
            </p:nvSpPr>
            <p:spPr>
              <a:xfrm>
                <a:off x="1383502" y="3756630"/>
                <a:ext cx="307503" cy="397839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3739" extrusionOk="0">
                    <a:moveTo>
                      <a:pt x="423" y="0"/>
                    </a:moveTo>
                    <a:lnTo>
                      <a:pt x="0" y="230"/>
                    </a:lnTo>
                    <a:lnTo>
                      <a:pt x="1380" y="1403"/>
                    </a:lnTo>
                    <a:lnTo>
                      <a:pt x="1596" y="1582"/>
                    </a:lnTo>
                    <a:cubicBezTo>
                      <a:pt x="1596" y="1582"/>
                      <a:pt x="1603" y="1669"/>
                      <a:pt x="1617" y="1805"/>
                    </a:cubicBezTo>
                    <a:cubicBezTo>
                      <a:pt x="1631" y="2014"/>
                      <a:pt x="1682" y="2352"/>
                      <a:pt x="1782" y="2697"/>
                    </a:cubicBezTo>
                    <a:cubicBezTo>
                      <a:pt x="1889" y="3062"/>
                      <a:pt x="2055" y="3430"/>
                      <a:pt x="2329" y="3646"/>
                    </a:cubicBezTo>
                    <a:cubicBezTo>
                      <a:pt x="2372" y="3680"/>
                      <a:pt x="2415" y="3716"/>
                      <a:pt x="2465" y="3739"/>
                    </a:cubicBezTo>
                    <a:lnTo>
                      <a:pt x="2529" y="3559"/>
                    </a:lnTo>
                    <a:lnTo>
                      <a:pt x="2890" y="3508"/>
                    </a:lnTo>
                    <a:cubicBezTo>
                      <a:pt x="2838" y="3480"/>
                      <a:pt x="2788" y="3444"/>
                      <a:pt x="2745" y="3407"/>
                    </a:cubicBezTo>
                    <a:cubicBezTo>
                      <a:pt x="2422" y="3142"/>
                      <a:pt x="2243" y="2654"/>
                      <a:pt x="2148" y="2222"/>
                    </a:cubicBezTo>
                    <a:cubicBezTo>
                      <a:pt x="2114" y="2071"/>
                      <a:pt x="2084" y="1927"/>
                      <a:pt x="2070" y="1798"/>
                    </a:cubicBezTo>
                    <a:cubicBezTo>
                      <a:pt x="2055" y="1712"/>
                      <a:pt x="2048" y="1625"/>
                      <a:pt x="2041" y="1560"/>
                    </a:cubicBezTo>
                    <a:cubicBezTo>
                      <a:pt x="2027" y="1430"/>
                      <a:pt x="2027" y="1351"/>
                      <a:pt x="2027" y="1351"/>
                    </a:cubicBezTo>
                    <a:lnTo>
                      <a:pt x="2012" y="1344"/>
                    </a:ln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96" name="Google Shape;1276;p41"/>
            <p:cNvGrpSpPr/>
            <p:nvPr/>
          </p:nvGrpSpPr>
          <p:grpSpPr>
            <a:xfrm>
              <a:off x="1348450" y="1369360"/>
              <a:ext cx="2801449" cy="1664403"/>
              <a:chOff x="1348450" y="1369360"/>
              <a:chExt cx="2801449" cy="1664403"/>
            </a:xfrm>
          </p:grpSpPr>
          <p:sp>
            <p:nvSpPr>
              <p:cNvPr id="497" name="Google Shape;1277;p41"/>
              <p:cNvSpPr/>
              <p:nvPr/>
            </p:nvSpPr>
            <p:spPr>
              <a:xfrm>
                <a:off x="2110453" y="165944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98" name="Google Shape;1278;p41"/>
              <p:cNvGrpSpPr/>
              <p:nvPr/>
            </p:nvGrpSpPr>
            <p:grpSpPr>
              <a:xfrm>
                <a:off x="1348450" y="1369360"/>
                <a:ext cx="2440677" cy="1290783"/>
                <a:chOff x="1348450" y="1369360"/>
                <a:chExt cx="2440677" cy="1290783"/>
              </a:xfrm>
            </p:grpSpPr>
            <p:sp>
              <p:nvSpPr>
                <p:cNvPr id="499" name="Google Shape;1279;p41"/>
                <p:cNvSpPr/>
                <p:nvPr/>
              </p:nvSpPr>
              <p:spPr>
                <a:xfrm>
                  <a:off x="1348450" y="1954200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500" name="Google Shape;1280;p41"/>
                <p:cNvGrpSpPr/>
                <p:nvPr/>
              </p:nvGrpSpPr>
              <p:grpSpPr>
                <a:xfrm>
                  <a:off x="3674978" y="25459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501" name="Google Shape;1281;p41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02" name="Google Shape;1282;p41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503" name="Google Shape;1283;p41"/>
                <p:cNvSpPr/>
                <p:nvPr/>
              </p:nvSpPr>
              <p:spPr>
                <a:xfrm>
                  <a:off x="1548185" y="1369360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504" name="Google Shape;1284;p41"/>
              <p:cNvSpPr/>
              <p:nvPr/>
            </p:nvSpPr>
            <p:spPr>
              <a:xfrm>
                <a:off x="3730765" y="300725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227" name="Google Shape;2227;p50"/>
          <p:cNvSpPr txBox="1"/>
          <p:nvPr>
            <p:ph type="title"/>
          </p:nvPr>
        </p:nvSpPr>
        <p:spPr>
          <a:xfrm>
            <a:off x="720000" y="5294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One place for everything</a:t>
            </a:r>
            <a:endParaRPr lang="en-US" altLang="en-US"/>
          </a:p>
        </p:txBody>
      </p:sp>
      <p:sp>
        <p:nvSpPr>
          <p:cNvPr id="2228" name="Google Shape;2228;p50"/>
          <p:cNvSpPr txBox="1"/>
          <p:nvPr/>
        </p:nvSpPr>
        <p:spPr>
          <a:xfrm flipH="1">
            <a:off x="720014" y="18163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University</a:t>
            </a:r>
            <a:endParaRPr lang="en-US" altLang="en-GB" sz="2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0" name="Google Shape;2230;p50"/>
          <p:cNvSpPr txBox="1"/>
          <p:nvPr/>
        </p:nvSpPr>
        <p:spPr>
          <a:xfrm>
            <a:off x="720000" y="13448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</a:t>
            </a:r>
            <a:r>
              <a:rPr lang="en-GB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1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1" name="Google Shape;2231;p50"/>
          <p:cNvSpPr txBox="1"/>
          <p:nvPr/>
        </p:nvSpPr>
        <p:spPr>
          <a:xfrm flipH="1">
            <a:off x="3565051" y="18163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Semester</a:t>
            </a:r>
            <a:endParaRPr lang="en-US" sz="2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3" name="Google Shape;2233;p50"/>
          <p:cNvSpPr txBox="1"/>
          <p:nvPr/>
        </p:nvSpPr>
        <p:spPr>
          <a:xfrm>
            <a:off x="3565042" y="13448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03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4" name="Google Shape;2234;p50"/>
          <p:cNvSpPr txBox="1"/>
          <p:nvPr/>
        </p:nvSpPr>
        <p:spPr>
          <a:xfrm flipH="1">
            <a:off x="6410089" y="18163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Materials</a:t>
            </a:r>
            <a:endParaRPr lang="en-US" altLang="en-GB" sz="2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6" name="Google Shape;2236;p50"/>
          <p:cNvSpPr txBox="1"/>
          <p:nvPr/>
        </p:nvSpPr>
        <p:spPr>
          <a:xfrm>
            <a:off x="6410075" y="13448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05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7" name="Google Shape;2237;p50"/>
          <p:cNvSpPr txBox="1"/>
          <p:nvPr/>
        </p:nvSpPr>
        <p:spPr>
          <a:xfrm flipH="1">
            <a:off x="2142532" y="286197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Major</a:t>
            </a:r>
            <a:endParaRPr lang="en-US" altLang="en-GB" sz="2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9" name="Google Shape;2239;p50"/>
          <p:cNvSpPr txBox="1"/>
          <p:nvPr/>
        </p:nvSpPr>
        <p:spPr>
          <a:xfrm>
            <a:off x="2139346" y="245144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02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40" name="Google Shape;2240;p50"/>
          <p:cNvSpPr txBox="1"/>
          <p:nvPr/>
        </p:nvSpPr>
        <p:spPr>
          <a:xfrm flipH="1">
            <a:off x="4987570" y="36176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Subject</a:t>
            </a:r>
            <a:endParaRPr lang="en-US" sz="2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42" name="Google Shape;2242;p50"/>
          <p:cNvSpPr txBox="1"/>
          <p:nvPr/>
        </p:nvSpPr>
        <p:spPr>
          <a:xfrm>
            <a:off x="4987550" y="31461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04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243" name="Google Shape;2243;p50"/>
          <p:cNvCxnSpPr>
            <a:endCxn id="2239" idx="1"/>
          </p:cNvCxnSpPr>
          <p:nvPr/>
        </p:nvCxnSpPr>
        <p:spPr>
          <a:xfrm rot="5400000" flipV="1">
            <a:off x="1714500" y="2296795"/>
            <a:ext cx="437515" cy="412115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44" name="Google Shape;2244;p50"/>
          <p:cNvCxnSpPr>
            <a:stCxn id="2239" idx="3"/>
            <a:endCxn id="2233" idx="1"/>
          </p:cNvCxnSpPr>
          <p:nvPr/>
        </p:nvCxnSpPr>
        <p:spPr>
          <a:xfrm flipV="1">
            <a:off x="2846705" y="1615440"/>
            <a:ext cx="718185" cy="1106805"/>
          </a:xfrm>
          <a:prstGeom prst="bentConnector3">
            <a:avLst>
              <a:gd name="adj1" fmla="val 5004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45" name="Google Shape;2245;p50"/>
          <p:cNvCxnSpPr>
            <a:stCxn id="2231" idx="2"/>
            <a:endCxn id="2242" idx="1"/>
          </p:cNvCxnSpPr>
          <p:nvPr/>
        </p:nvCxnSpPr>
        <p:spPr>
          <a:xfrm rot="5400000" flipV="1">
            <a:off x="4210050" y="2639060"/>
            <a:ext cx="1139825" cy="41529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46" name="Google Shape;2246;p50"/>
          <p:cNvCxnSpPr>
            <a:stCxn id="2242" idx="3"/>
            <a:endCxn id="2236" idx="1"/>
          </p:cNvCxnSpPr>
          <p:nvPr/>
        </p:nvCxnSpPr>
        <p:spPr>
          <a:xfrm rot="10800000" flipH="1">
            <a:off x="5694650" y="1615381"/>
            <a:ext cx="715500" cy="18012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05" name="Google Shape;2240;p50"/>
          <p:cNvSpPr txBox="1"/>
          <p:nvPr/>
        </p:nvSpPr>
        <p:spPr>
          <a:xfrm flipH="1">
            <a:off x="3423285" y="4099560"/>
            <a:ext cx="5379720" cy="46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Upload, browse, download. Organized. Always online.</a:t>
            </a:r>
            <a:endParaRPr lang="en-US" altLang="en-US" sz="16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1"/>
          <p:cNvSpPr txBox="1"/>
          <p:nvPr>
            <p:ph type="title"/>
          </p:nvPr>
        </p:nvSpPr>
        <p:spPr>
          <a:xfrm>
            <a:off x="713225" y="526940"/>
            <a:ext cx="3884100" cy="195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Roles</a:t>
            </a:r>
            <a:endParaRPr lang="en-US" altLang="en-GB"/>
          </a:p>
        </p:txBody>
      </p:sp>
      <p:grpSp>
        <p:nvGrpSpPr>
          <p:cNvPr id="2263" name="Google Shape;2263;p51"/>
          <p:cNvGrpSpPr/>
          <p:nvPr/>
        </p:nvGrpSpPr>
        <p:grpSpPr>
          <a:xfrm>
            <a:off x="1664335" y="-2905760"/>
            <a:ext cx="8502015" cy="8065135"/>
            <a:chOff x="4000500" y="27"/>
            <a:chExt cx="5215536" cy="4947562"/>
          </a:xfrm>
        </p:grpSpPr>
        <p:sp>
          <p:nvSpPr>
            <p:cNvPr id="2264" name="Google Shape;2264;p51"/>
            <p:cNvSpPr/>
            <p:nvPr/>
          </p:nvSpPr>
          <p:spPr>
            <a:xfrm>
              <a:off x="5964785" y="10006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5" name="Google Shape;2265;p51"/>
            <p:cNvSpPr/>
            <p:nvPr/>
          </p:nvSpPr>
          <p:spPr>
            <a:xfrm>
              <a:off x="7893590" y="8192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266" name="Google Shape;2266;p51"/>
            <p:cNvGrpSpPr/>
            <p:nvPr/>
          </p:nvGrpSpPr>
          <p:grpSpPr>
            <a:xfrm>
              <a:off x="6456155" y="27"/>
              <a:ext cx="879147" cy="1882108"/>
              <a:chOff x="-761564" y="1307012"/>
              <a:chExt cx="677936" cy="1451348"/>
            </a:xfrm>
          </p:grpSpPr>
          <p:sp>
            <p:nvSpPr>
              <p:cNvPr id="2267" name="Google Shape;2267;p51"/>
              <p:cNvSpPr/>
              <p:nvPr/>
            </p:nvSpPr>
            <p:spPr>
              <a:xfrm>
                <a:off x="-510513" y="2624450"/>
                <a:ext cx="175830" cy="68935"/>
              </a:xfrm>
              <a:custGeom>
                <a:avLst/>
                <a:gdLst/>
                <a:ahLst/>
                <a:cxnLst/>
                <a:rect l="l" t="t" r="r" b="b"/>
                <a:pathLst>
                  <a:path w="755" h="296" extrusionOk="0">
                    <a:moveTo>
                      <a:pt x="0" y="0"/>
                    </a:moveTo>
                    <a:cubicBezTo>
                      <a:pt x="43" y="173"/>
                      <a:pt x="193" y="295"/>
                      <a:pt x="382" y="295"/>
                    </a:cubicBezTo>
                    <a:cubicBezTo>
                      <a:pt x="561" y="295"/>
                      <a:pt x="711" y="173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8" name="Google Shape;2268;p51"/>
              <p:cNvSpPr/>
              <p:nvPr/>
            </p:nvSpPr>
            <p:spPr>
              <a:xfrm>
                <a:off x="-421783" y="2724824"/>
                <a:ext cx="233" cy="335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44" fill="none" extrusionOk="0">
                    <a:moveTo>
                      <a:pt x="1" y="0"/>
                    </a:moveTo>
                    <a:lnTo>
                      <a:pt x="1" y="144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9" name="Google Shape;2269;p51"/>
              <p:cNvSpPr/>
              <p:nvPr/>
            </p:nvSpPr>
            <p:spPr>
              <a:xfrm>
                <a:off x="-361466" y="2708056"/>
                <a:ext cx="16768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2" h="130" fill="none" extrusionOk="0">
                    <a:moveTo>
                      <a:pt x="0" y="0"/>
                    </a:moveTo>
                    <a:lnTo>
                      <a:pt x="71" y="12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0" name="Google Shape;2270;p51"/>
              <p:cNvSpPr/>
              <p:nvPr/>
            </p:nvSpPr>
            <p:spPr>
              <a:xfrm>
                <a:off x="-316519" y="2664506"/>
                <a:ext cx="28645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72" fill="none" extrusionOk="0">
                    <a:moveTo>
                      <a:pt x="1" y="1"/>
                    </a:moveTo>
                    <a:lnTo>
                      <a:pt x="123" y="7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1" name="Google Shape;2271;p51"/>
              <p:cNvSpPr/>
              <p:nvPr/>
            </p:nvSpPr>
            <p:spPr>
              <a:xfrm>
                <a:off x="-557556" y="2664506"/>
                <a:ext cx="30275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130" h="72" fill="none" extrusionOk="0">
                    <a:moveTo>
                      <a:pt x="130" y="1"/>
                    </a:moveTo>
                    <a:lnTo>
                      <a:pt x="0" y="7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2" name="Google Shape;2272;p51"/>
              <p:cNvSpPr/>
              <p:nvPr/>
            </p:nvSpPr>
            <p:spPr>
              <a:xfrm>
                <a:off x="-500499" y="2708056"/>
                <a:ext cx="17001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3" h="130" fill="none" extrusionOk="0">
                    <a:moveTo>
                      <a:pt x="73" y="0"/>
                    </a:moveTo>
                    <a:lnTo>
                      <a:pt x="0" y="12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3" name="Google Shape;2273;p51"/>
              <p:cNvSpPr/>
              <p:nvPr/>
            </p:nvSpPr>
            <p:spPr>
              <a:xfrm>
                <a:off x="-421783" y="1307012"/>
                <a:ext cx="233" cy="1086653"/>
              </a:xfrm>
              <a:custGeom>
                <a:avLst/>
                <a:gdLst/>
                <a:ahLst/>
                <a:cxnLst/>
                <a:rect l="l" t="t" r="r" b="b"/>
                <a:pathLst>
                  <a:path w="1" h="4666" fill="none" extrusionOk="0">
                    <a:moveTo>
                      <a:pt x="1" y="1"/>
                    </a:moveTo>
                    <a:lnTo>
                      <a:pt x="1" y="4665"/>
                    </a:ln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4" name="Google Shape;2274;p51"/>
              <p:cNvSpPr/>
              <p:nvPr/>
            </p:nvSpPr>
            <p:spPr>
              <a:xfrm>
                <a:off x="-761564" y="2393427"/>
                <a:ext cx="677936" cy="231257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993" extrusionOk="0">
                    <a:moveTo>
                      <a:pt x="1460" y="0"/>
                    </a:moveTo>
                    <a:cubicBezTo>
                      <a:pt x="1337" y="0"/>
                      <a:pt x="1215" y="36"/>
                      <a:pt x="1121" y="100"/>
                    </a:cubicBezTo>
                    <a:lnTo>
                      <a:pt x="179" y="754"/>
                    </a:lnTo>
                    <a:cubicBezTo>
                      <a:pt x="0" y="884"/>
                      <a:pt x="29" y="992"/>
                      <a:pt x="259" y="992"/>
                    </a:cubicBezTo>
                    <a:lnTo>
                      <a:pt x="2652" y="992"/>
                    </a:lnTo>
                    <a:cubicBezTo>
                      <a:pt x="2883" y="992"/>
                      <a:pt x="2910" y="884"/>
                      <a:pt x="2731" y="754"/>
                    </a:cubicBezTo>
                    <a:lnTo>
                      <a:pt x="1789" y="100"/>
                    </a:lnTo>
                    <a:cubicBezTo>
                      <a:pt x="1696" y="36"/>
                      <a:pt x="1582" y="0"/>
                      <a:pt x="1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75" name="Google Shape;2275;p51"/>
            <p:cNvSpPr/>
            <p:nvPr/>
          </p:nvSpPr>
          <p:spPr>
            <a:xfrm>
              <a:off x="4000500" y="4872500"/>
              <a:ext cx="5215536" cy="33525"/>
            </a:xfrm>
            <a:custGeom>
              <a:avLst/>
              <a:gdLst/>
              <a:ahLst/>
              <a:cxnLst/>
              <a:rect l="l" t="t" r="r" b="b"/>
              <a:pathLst>
                <a:path w="26050" h="1" fill="none" extrusionOk="0">
                  <a:moveTo>
                    <a:pt x="26050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6" name="Google Shape;2276;p51"/>
            <p:cNvSpPr/>
            <p:nvPr/>
          </p:nvSpPr>
          <p:spPr>
            <a:xfrm>
              <a:off x="4938503" y="2556967"/>
              <a:ext cx="2799015" cy="1590981"/>
            </a:xfrm>
            <a:custGeom>
              <a:avLst/>
              <a:gdLst/>
              <a:ahLst/>
              <a:cxnLst/>
              <a:rect l="l" t="t" r="r" b="b"/>
              <a:pathLst>
                <a:path w="11775" h="6693" extrusionOk="0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7" name="Google Shape;2277;p51"/>
            <p:cNvSpPr/>
            <p:nvPr/>
          </p:nvSpPr>
          <p:spPr>
            <a:xfrm>
              <a:off x="4938503" y="2556967"/>
              <a:ext cx="2799015" cy="1590981"/>
            </a:xfrm>
            <a:custGeom>
              <a:avLst/>
              <a:gdLst/>
              <a:ahLst/>
              <a:cxnLst/>
              <a:rect l="l" t="t" r="r" b="b"/>
              <a:pathLst>
                <a:path w="11775" h="6693" extrusionOk="0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8" name="Google Shape;2278;p51"/>
            <p:cNvSpPr/>
            <p:nvPr/>
          </p:nvSpPr>
          <p:spPr>
            <a:xfrm>
              <a:off x="5022295" y="2678436"/>
              <a:ext cx="2631431" cy="1382511"/>
            </a:xfrm>
            <a:custGeom>
              <a:avLst/>
              <a:gdLst/>
              <a:ahLst/>
              <a:cxnLst/>
              <a:rect l="l" t="t" r="r" b="b"/>
              <a:pathLst>
                <a:path w="11070" h="5816" extrusionOk="0">
                  <a:moveTo>
                    <a:pt x="1" y="0"/>
                  </a:moveTo>
                  <a:lnTo>
                    <a:pt x="1" y="5816"/>
                  </a:lnTo>
                  <a:lnTo>
                    <a:pt x="11069" y="5816"/>
                  </a:lnTo>
                  <a:lnTo>
                    <a:pt x="11069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9" name="Google Shape;2279;p51"/>
            <p:cNvSpPr/>
            <p:nvPr/>
          </p:nvSpPr>
          <p:spPr>
            <a:xfrm>
              <a:off x="5603901" y="4424395"/>
              <a:ext cx="1476644" cy="444514"/>
            </a:xfrm>
            <a:custGeom>
              <a:avLst/>
              <a:gdLst/>
              <a:ahLst/>
              <a:cxnLst/>
              <a:rect l="l" t="t" r="r" b="b"/>
              <a:pathLst>
                <a:path w="6212" h="1870" extrusionOk="0">
                  <a:moveTo>
                    <a:pt x="1862" y="1"/>
                  </a:moveTo>
                  <a:lnTo>
                    <a:pt x="1862" y="498"/>
                  </a:lnTo>
                  <a:cubicBezTo>
                    <a:pt x="1862" y="777"/>
                    <a:pt x="1324" y="1209"/>
                    <a:pt x="37" y="1690"/>
                  </a:cubicBezTo>
                  <a:cubicBezTo>
                    <a:pt x="1" y="1740"/>
                    <a:pt x="1" y="1819"/>
                    <a:pt x="1" y="1869"/>
                  </a:cubicBezTo>
                  <a:lnTo>
                    <a:pt x="6211" y="1869"/>
                  </a:lnTo>
                  <a:cubicBezTo>
                    <a:pt x="6211" y="1819"/>
                    <a:pt x="6211" y="1740"/>
                    <a:pt x="6182" y="1690"/>
                  </a:cubicBezTo>
                  <a:cubicBezTo>
                    <a:pt x="4888" y="1209"/>
                    <a:pt x="4350" y="777"/>
                    <a:pt x="4350" y="498"/>
                  </a:cubicBezTo>
                  <a:lnTo>
                    <a:pt x="435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0" name="Google Shape;2280;p51"/>
            <p:cNvSpPr/>
            <p:nvPr/>
          </p:nvSpPr>
          <p:spPr>
            <a:xfrm>
              <a:off x="4938503" y="4147704"/>
              <a:ext cx="2799015" cy="276930"/>
            </a:xfrm>
            <a:custGeom>
              <a:avLst/>
              <a:gdLst/>
              <a:ahLst/>
              <a:cxnLst/>
              <a:rect l="l" t="t" r="r" b="b"/>
              <a:pathLst>
                <a:path w="11775" h="1165" extrusionOk="0">
                  <a:moveTo>
                    <a:pt x="0" y="1"/>
                  </a:moveTo>
                  <a:lnTo>
                    <a:pt x="0" y="956"/>
                  </a:lnTo>
                  <a:cubicBezTo>
                    <a:pt x="0" y="1072"/>
                    <a:pt x="95" y="1165"/>
                    <a:pt x="209" y="1165"/>
                  </a:cubicBezTo>
                  <a:lnTo>
                    <a:pt x="11567" y="1165"/>
                  </a:lnTo>
                  <a:cubicBezTo>
                    <a:pt x="11681" y="1165"/>
                    <a:pt x="11774" y="1072"/>
                    <a:pt x="11774" y="956"/>
                  </a:cubicBezTo>
                  <a:lnTo>
                    <a:pt x="11774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1" name="Google Shape;2281;p51"/>
            <p:cNvSpPr/>
            <p:nvPr/>
          </p:nvSpPr>
          <p:spPr>
            <a:xfrm>
              <a:off x="4703466" y="4385173"/>
              <a:ext cx="41361" cy="140486"/>
            </a:xfrm>
            <a:custGeom>
              <a:avLst/>
              <a:gdLst/>
              <a:ahLst/>
              <a:cxnLst/>
              <a:rect l="l" t="t" r="r" b="b"/>
              <a:pathLst>
                <a:path w="174" h="591" extrusionOk="0">
                  <a:moveTo>
                    <a:pt x="1" y="0"/>
                  </a:moveTo>
                  <a:lnTo>
                    <a:pt x="109" y="590"/>
                  </a:lnTo>
                  <a:lnTo>
                    <a:pt x="173" y="590"/>
                  </a:lnTo>
                  <a:lnTo>
                    <a:pt x="66" y="2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2" name="Google Shape;2282;p51"/>
            <p:cNvSpPr/>
            <p:nvPr/>
          </p:nvSpPr>
          <p:spPr>
            <a:xfrm>
              <a:off x="4703466" y="4385173"/>
              <a:ext cx="41361" cy="140486"/>
            </a:xfrm>
            <a:custGeom>
              <a:avLst/>
              <a:gdLst/>
              <a:ahLst/>
              <a:cxnLst/>
              <a:rect l="l" t="t" r="r" b="b"/>
              <a:pathLst>
                <a:path w="174" h="591" fill="none" extrusionOk="0">
                  <a:moveTo>
                    <a:pt x="1" y="0"/>
                  </a:moveTo>
                  <a:lnTo>
                    <a:pt x="66" y="232"/>
                  </a:lnTo>
                  <a:lnTo>
                    <a:pt x="173" y="590"/>
                  </a:lnTo>
                  <a:lnTo>
                    <a:pt x="109" y="59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3" name="Google Shape;2283;p51"/>
            <p:cNvSpPr/>
            <p:nvPr/>
          </p:nvSpPr>
          <p:spPr>
            <a:xfrm>
              <a:off x="4792369" y="3809446"/>
              <a:ext cx="304267" cy="716215"/>
            </a:xfrm>
            <a:custGeom>
              <a:avLst/>
              <a:gdLst/>
              <a:ahLst/>
              <a:cxnLst/>
              <a:rect l="l" t="t" r="r" b="b"/>
              <a:pathLst>
                <a:path w="1280" h="3013" extrusionOk="0">
                  <a:moveTo>
                    <a:pt x="914" y="0"/>
                  </a:moveTo>
                  <a:lnTo>
                    <a:pt x="619" y="978"/>
                  </a:lnTo>
                  <a:lnTo>
                    <a:pt x="339" y="1891"/>
                  </a:lnTo>
                  <a:lnTo>
                    <a:pt x="72" y="2767"/>
                  </a:lnTo>
                  <a:lnTo>
                    <a:pt x="1" y="3012"/>
                  </a:lnTo>
                  <a:lnTo>
                    <a:pt x="144" y="3012"/>
                  </a:lnTo>
                  <a:cubicBezTo>
                    <a:pt x="167" y="2969"/>
                    <a:pt x="180" y="2926"/>
                    <a:pt x="173" y="2883"/>
                  </a:cubicBezTo>
                  <a:cubicBezTo>
                    <a:pt x="158" y="2760"/>
                    <a:pt x="237" y="2688"/>
                    <a:pt x="317" y="2654"/>
                  </a:cubicBezTo>
                  <a:cubicBezTo>
                    <a:pt x="382" y="2624"/>
                    <a:pt x="417" y="2588"/>
                    <a:pt x="432" y="2531"/>
                  </a:cubicBezTo>
                  <a:lnTo>
                    <a:pt x="432" y="2465"/>
                  </a:lnTo>
                  <a:cubicBezTo>
                    <a:pt x="432" y="2365"/>
                    <a:pt x="525" y="2279"/>
                    <a:pt x="582" y="2250"/>
                  </a:cubicBezTo>
                  <a:cubicBezTo>
                    <a:pt x="612" y="2236"/>
                    <a:pt x="655" y="2222"/>
                    <a:pt x="705" y="2186"/>
                  </a:cubicBezTo>
                  <a:cubicBezTo>
                    <a:pt x="734" y="2150"/>
                    <a:pt x="770" y="2120"/>
                    <a:pt x="820" y="2093"/>
                  </a:cubicBezTo>
                  <a:cubicBezTo>
                    <a:pt x="841" y="2070"/>
                    <a:pt x="864" y="2041"/>
                    <a:pt x="884" y="2007"/>
                  </a:cubicBezTo>
                  <a:cubicBezTo>
                    <a:pt x="914" y="1970"/>
                    <a:pt x="943" y="1941"/>
                    <a:pt x="977" y="1920"/>
                  </a:cubicBezTo>
                  <a:cubicBezTo>
                    <a:pt x="1029" y="1812"/>
                    <a:pt x="1043" y="1696"/>
                    <a:pt x="1036" y="1618"/>
                  </a:cubicBezTo>
                  <a:cubicBezTo>
                    <a:pt x="1020" y="1489"/>
                    <a:pt x="943" y="1265"/>
                    <a:pt x="1115" y="870"/>
                  </a:cubicBezTo>
                  <a:cubicBezTo>
                    <a:pt x="1279" y="475"/>
                    <a:pt x="914" y="0"/>
                    <a:pt x="914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4" name="Google Shape;2284;p51"/>
            <p:cNvSpPr/>
            <p:nvPr/>
          </p:nvSpPr>
          <p:spPr>
            <a:xfrm>
              <a:off x="4987289" y="4265844"/>
              <a:ext cx="37558" cy="41124"/>
            </a:xfrm>
            <a:custGeom>
              <a:avLst/>
              <a:gdLst/>
              <a:ahLst/>
              <a:cxnLst/>
              <a:rect l="l" t="t" r="r" b="b"/>
              <a:pathLst>
                <a:path w="158" h="173" extrusionOk="0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5" name="Google Shape;2285;p51"/>
            <p:cNvSpPr/>
            <p:nvPr/>
          </p:nvSpPr>
          <p:spPr>
            <a:xfrm>
              <a:off x="4756475" y="3809446"/>
              <a:ext cx="253159" cy="657976"/>
            </a:xfrm>
            <a:custGeom>
              <a:avLst/>
              <a:gdLst/>
              <a:ahLst/>
              <a:cxnLst/>
              <a:rect l="l" t="t" r="r" b="b"/>
              <a:pathLst>
                <a:path w="1065" h="2768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1064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223" y="2767"/>
                  </a:lnTo>
                  <a:lnTo>
                    <a:pt x="490" y="1891"/>
                  </a:lnTo>
                  <a:lnTo>
                    <a:pt x="770" y="978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6" name="Google Shape;2286;p51"/>
            <p:cNvSpPr/>
            <p:nvPr/>
          </p:nvSpPr>
          <p:spPr>
            <a:xfrm>
              <a:off x="4756475" y="3809446"/>
              <a:ext cx="253159" cy="657976"/>
            </a:xfrm>
            <a:custGeom>
              <a:avLst/>
              <a:gdLst/>
              <a:ahLst/>
              <a:cxnLst/>
              <a:rect l="l" t="t" r="r" b="b"/>
              <a:pathLst>
                <a:path w="1065" h="2768" fill="none" extrusionOk="0">
                  <a:moveTo>
                    <a:pt x="223" y="2767"/>
                  </a:moveTo>
                  <a:lnTo>
                    <a:pt x="490" y="1891"/>
                  </a:lnTo>
                  <a:lnTo>
                    <a:pt x="770" y="978"/>
                  </a:lnTo>
                  <a:lnTo>
                    <a:pt x="770" y="978"/>
                  </a:lnTo>
                  <a:lnTo>
                    <a:pt x="1065" y="0"/>
                  </a:lnTo>
                  <a:cubicBezTo>
                    <a:pt x="1065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173" y="2667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7" name="Google Shape;2287;p51"/>
            <p:cNvSpPr/>
            <p:nvPr/>
          </p:nvSpPr>
          <p:spPr>
            <a:xfrm>
              <a:off x="4787139" y="4443411"/>
              <a:ext cx="22345" cy="82247"/>
            </a:xfrm>
            <a:custGeom>
              <a:avLst/>
              <a:gdLst/>
              <a:ahLst/>
              <a:cxnLst/>
              <a:rect l="l" t="t" r="r" b="b"/>
              <a:pathLst>
                <a:path w="94" h="346" extrusionOk="0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8" name="Google Shape;2288;p51"/>
            <p:cNvSpPr/>
            <p:nvPr/>
          </p:nvSpPr>
          <p:spPr>
            <a:xfrm>
              <a:off x="4787139" y="4443411"/>
              <a:ext cx="22345" cy="82247"/>
            </a:xfrm>
            <a:custGeom>
              <a:avLst/>
              <a:gdLst/>
              <a:ahLst/>
              <a:cxnLst/>
              <a:rect l="l" t="t" r="r" b="b"/>
              <a:pathLst>
                <a:path w="94" h="346" fill="none" extrusionOk="0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9" name="Google Shape;2289;p51"/>
            <p:cNvSpPr/>
            <p:nvPr/>
          </p:nvSpPr>
          <p:spPr>
            <a:xfrm>
              <a:off x="4817804" y="4411083"/>
              <a:ext cx="77493" cy="29238"/>
            </a:xfrm>
            <a:custGeom>
              <a:avLst/>
              <a:gdLst/>
              <a:ahLst/>
              <a:cxnLst/>
              <a:rect l="l" t="t" r="r" b="b"/>
              <a:pathLst>
                <a:path w="326" h="123" fill="none" extrusionOk="0">
                  <a:moveTo>
                    <a:pt x="325" y="0"/>
                  </a:moveTo>
                  <a:lnTo>
                    <a:pt x="1" y="12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0" name="Google Shape;2290;p51"/>
            <p:cNvSpPr/>
            <p:nvPr/>
          </p:nvSpPr>
          <p:spPr>
            <a:xfrm>
              <a:off x="4949493" y="3976792"/>
              <a:ext cx="82247" cy="33041"/>
            </a:xfrm>
            <a:custGeom>
              <a:avLst/>
              <a:gdLst/>
              <a:ahLst/>
              <a:cxnLst/>
              <a:rect l="l" t="t" r="r" b="b"/>
              <a:pathLst>
                <a:path w="346" h="139" fill="none" extrusionOk="0">
                  <a:moveTo>
                    <a:pt x="1" y="138"/>
                  </a:moveTo>
                  <a:lnTo>
                    <a:pt x="346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1" name="Google Shape;2291;p51"/>
            <p:cNvSpPr/>
            <p:nvPr/>
          </p:nvSpPr>
          <p:spPr>
            <a:xfrm>
              <a:off x="4879370" y="4185499"/>
              <a:ext cx="133592" cy="53009"/>
            </a:xfrm>
            <a:custGeom>
              <a:avLst/>
              <a:gdLst/>
              <a:ahLst/>
              <a:cxnLst/>
              <a:rect l="l" t="t" r="r" b="b"/>
              <a:pathLst>
                <a:path w="562" h="223" fill="none" extrusionOk="0">
                  <a:moveTo>
                    <a:pt x="1" y="223"/>
                  </a:moveTo>
                  <a:lnTo>
                    <a:pt x="56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2" name="Google Shape;2292;p51"/>
            <p:cNvSpPr/>
            <p:nvPr/>
          </p:nvSpPr>
          <p:spPr>
            <a:xfrm>
              <a:off x="4811386" y="4137482"/>
              <a:ext cx="61804" cy="121707"/>
            </a:xfrm>
            <a:custGeom>
              <a:avLst/>
              <a:gdLst/>
              <a:ahLst/>
              <a:cxnLst/>
              <a:rect l="l" t="t" r="r" b="b"/>
              <a:pathLst>
                <a:path w="260" h="512" fill="none" extrusionOk="0">
                  <a:moveTo>
                    <a:pt x="259" y="511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3" name="Google Shape;2293;p51"/>
            <p:cNvSpPr/>
            <p:nvPr/>
          </p:nvSpPr>
          <p:spPr>
            <a:xfrm>
              <a:off x="4899813" y="3968472"/>
              <a:ext cx="39697" cy="73690"/>
            </a:xfrm>
            <a:custGeom>
              <a:avLst/>
              <a:gdLst/>
              <a:ahLst/>
              <a:cxnLst/>
              <a:rect l="l" t="t" r="r" b="b"/>
              <a:pathLst>
                <a:path w="167" h="310" fill="none" extrusionOk="0">
                  <a:moveTo>
                    <a:pt x="167" y="309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4" name="Google Shape;2294;p51"/>
            <p:cNvSpPr/>
            <p:nvPr/>
          </p:nvSpPr>
          <p:spPr>
            <a:xfrm>
              <a:off x="4541113" y="3831553"/>
              <a:ext cx="290955" cy="694108"/>
            </a:xfrm>
            <a:custGeom>
              <a:avLst/>
              <a:gdLst/>
              <a:ahLst/>
              <a:cxnLst/>
              <a:rect l="l" t="t" r="r" b="b"/>
              <a:pathLst>
                <a:path w="1224" h="2920" extrusionOk="0">
                  <a:moveTo>
                    <a:pt x="0" y="0"/>
                  </a:moveTo>
                  <a:lnTo>
                    <a:pt x="266" y="906"/>
                  </a:lnTo>
                  <a:lnTo>
                    <a:pt x="511" y="1748"/>
                  </a:lnTo>
                  <a:lnTo>
                    <a:pt x="684" y="2329"/>
                  </a:lnTo>
                  <a:lnTo>
                    <a:pt x="749" y="2561"/>
                  </a:lnTo>
                  <a:lnTo>
                    <a:pt x="856" y="2919"/>
                  </a:lnTo>
                  <a:lnTo>
                    <a:pt x="1036" y="2919"/>
                  </a:lnTo>
                  <a:cubicBezTo>
                    <a:pt x="1072" y="2811"/>
                    <a:pt x="1051" y="2681"/>
                    <a:pt x="1079" y="2574"/>
                  </a:cubicBezTo>
                  <a:cubicBezTo>
                    <a:pt x="1086" y="2545"/>
                    <a:pt x="1101" y="2517"/>
                    <a:pt x="1115" y="2495"/>
                  </a:cubicBezTo>
                  <a:cubicBezTo>
                    <a:pt x="1224" y="2316"/>
                    <a:pt x="1158" y="2136"/>
                    <a:pt x="1042" y="2021"/>
                  </a:cubicBezTo>
                  <a:cubicBezTo>
                    <a:pt x="935" y="1905"/>
                    <a:pt x="906" y="1805"/>
                    <a:pt x="992" y="1639"/>
                  </a:cubicBezTo>
                  <a:cubicBezTo>
                    <a:pt x="1058" y="1503"/>
                    <a:pt x="1008" y="1331"/>
                    <a:pt x="942" y="1230"/>
                  </a:cubicBezTo>
                  <a:cubicBezTo>
                    <a:pt x="929" y="1208"/>
                    <a:pt x="922" y="1194"/>
                    <a:pt x="913" y="1187"/>
                  </a:cubicBezTo>
                  <a:cubicBezTo>
                    <a:pt x="835" y="1094"/>
                    <a:pt x="663" y="965"/>
                    <a:pt x="590" y="577"/>
                  </a:cubicBezTo>
                  <a:cubicBezTo>
                    <a:pt x="525" y="180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5" name="Google Shape;2295;p51"/>
            <p:cNvSpPr/>
            <p:nvPr/>
          </p:nvSpPr>
          <p:spPr>
            <a:xfrm>
              <a:off x="4459104" y="3831553"/>
              <a:ext cx="285725" cy="694108"/>
            </a:xfrm>
            <a:custGeom>
              <a:avLst/>
              <a:gdLst/>
              <a:ahLst/>
              <a:cxnLst/>
              <a:rect l="l" t="t" r="r" b="b"/>
              <a:pathLst>
                <a:path w="1202" h="2920" extrusionOk="0">
                  <a:moveTo>
                    <a:pt x="345" y="0"/>
                  </a:moveTo>
                  <a:cubicBezTo>
                    <a:pt x="345" y="0"/>
                    <a:pt x="0" y="439"/>
                    <a:pt x="159" y="799"/>
                  </a:cubicBezTo>
                  <a:cubicBezTo>
                    <a:pt x="309" y="1165"/>
                    <a:pt x="232" y="1374"/>
                    <a:pt x="216" y="1489"/>
                  </a:cubicBezTo>
                  <a:cubicBezTo>
                    <a:pt x="209" y="1603"/>
                    <a:pt x="245" y="1819"/>
                    <a:pt x="395" y="1921"/>
                  </a:cubicBezTo>
                  <a:cubicBezTo>
                    <a:pt x="518" y="1991"/>
                    <a:pt x="561" y="2064"/>
                    <a:pt x="561" y="2164"/>
                  </a:cubicBezTo>
                  <a:cubicBezTo>
                    <a:pt x="604" y="2193"/>
                    <a:pt x="654" y="2236"/>
                    <a:pt x="677" y="2293"/>
                  </a:cubicBezTo>
                  <a:cubicBezTo>
                    <a:pt x="690" y="2322"/>
                    <a:pt x="697" y="2345"/>
                    <a:pt x="697" y="2372"/>
                  </a:cubicBezTo>
                  <a:cubicBezTo>
                    <a:pt x="690" y="2481"/>
                    <a:pt x="727" y="2524"/>
                    <a:pt x="813" y="2561"/>
                  </a:cubicBezTo>
                  <a:cubicBezTo>
                    <a:pt x="899" y="2595"/>
                    <a:pt x="972" y="2667"/>
                    <a:pt x="956" y="2790"/>
                  </a:cubicBezTo>
                  <a:cubicBezTo>
                    <a:pt x="949" y="2833"/>
                    <a:pt x="965" y="2876"/>
                    <a:pt x="985" y="2919"/>
                  </a:cubicBezTo>
                  <a:lnTo>
                    <a:pt x="1201" y="2919"/>
                  </a:lnTo>
                  <a:lnTo>
                    <a:pt x="1094" y="2561"/>
                  </a:lnTo>
                  <a:lnTo>
                    <a:pt x="1029" y="2329"/>
                  </a:lnTo>
                  <a:lnTo>
                    <a:pt x="856" y="1748"/>
                  </a:lnTo>
                  <a:lnTo>
                    <a:pt x="611" y="906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6" name="Google Shape;2296;p51"/>
            <p:cNvSpPr/>
            <p:nvPr/>
          </p:nvSpPr>
          <p:spPr>
            <a:xfrm>
              <a:off x="4719155" y="4351181"/>
              <a:ext cx="46115" cy="89141"/>
            </a:xfrm>
            <a:custGeom>
              <a:avLst/>
              <a:gdLst/>
              <a:ahLst/>
              <a:cxnLst/>
              <a:rect l="l" t="t" r="r" b="b"/>
              <a:pathLst>
                <a:path w="194" h="375" fill="none" extrusionOk="0">
                  <a:moveTo>
                    <a:pt x="0" y="375"/>
                  </a:moveTo>
                  <a:lnTo>
                    <a:pt x="19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7" name="Google Shape;2297;p51"/>
            <p:cNvSpPr/>
            <p:nvPr/>
          </p:nvSpPr>
          <p:spPr>
            <a:xfrm>
              <a:off x="4619794" y="4376615"/>
              <a:ext cx="92469" cy="37796"/>
            </a:xfrm>
            <a:custGeom>
              <a:avLst/>
              <a:gdLst/>
              <a:ahLst/>
              <a:cxnLst/>
              <a:rect l="l" t="t" r="r" b="b"/>
              <a:pathLst>
                <a:path w="389" h="15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46" y="145"/>
                  </a:lnTo>
                  <a:lnTo>
                    <a:pt x="389" y="15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8" name="Google Shape;2298;p51"/>
            <p:cNvSpPr/>
            <p:nvPr/>
          </p:nvSpPr>
          <p:spPr>
            <a:xfrm>
              <a:off x="4519006" y="3985350"/>
              <a:ext cx="75116" cy="30902"/>
            </a:xfrm>
            <a:custGeom>
              <a:avLst/>
              <a:gdLst/>
              <a:ahLst/>
              <a:cxnLst/>
              <a:rect l="l" t="t" r="r" b="b"/>
              <a:pathLst>
                <a:path w="316" h="130" fill="none" extrusionOk="0">
                  <a:moveTo>
                    <a:pt x="316" y="13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9" name="Google Shape;2299;p51"/>
            <p:cNvSpPr/>
            <p:nvPr/>
          </p:nvSpPr>
          <p:spPr>
            <a:xfrm>
              <a:off x="4536121" y="4178368"/>
              <a:ext cx="121707" cy="48255"/>
            </a:xfrm>
            <a:custGeom>
              <a:avLst/>
              <a:gdLst/>
              <a:ahLst/>
              <a:cxnLst/>
              <a:rect l="l" t="t" r="r" b="b"/>
              <a:pathLst>
                <a:path w="512" h="203" fill="none" extrusionOk="0">
                  <a:moveTo>
                    <a:pt x="511" y="203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0" name="Google Shape;2300;p51"/>
            <p:cNvSpPr/>
            <p:nvPr/>
          </p:nvSpPr>
          <p:spPr>
            <a:xfrm>
              <a:off x="4662581" y="4135818"/>
              <a:ext cx="58476" cy="111247"/>
            </a:xfrm>
            <a:custGeom>
              <a:avLst/>
              <a:gdLst/>
              <a:ahLst/>
              <a:cxnLst/>
              <a:rect l="l" t="t" r="r" b="b"/>
              <a:pathLst>
                <a:path w="246" h="468" fill="none" extrusionOk="0">
                  <a:moveTo>
                    <a:pt x="0" y="468"/>
                  </a:moveTo>
                  <a:lnTo>
                    <a:pt x="245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1" name="Google Shape;2301;p51"/>
            <p:cNvSpPr/>
            <p:nvPr/>
          </p:nvSpPr>
          <p:spPr>
            <a:xfrm>
              <a:off x="4604343" y="3978694"/>
              <a:ext cx="36132" cy="68460"/>
            </a:xfrm>
            <a:custGeom>
              <a:avLst/>
              <a:gdLst/>
              <a:ahLst/>
              <a:cxnLst/>
              <a:rect l="l" t="t" r="r" b="b"/>
              <a:pathLst>
                <a:path w="152" h="288" fill="none" extrusionOk="0">
                  <a:moveTo>
                    <a:pt x="0" y="287"/>
                  </a:moveTo>
                  <a:lnTo>
                    <a:pt x="152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2" name="Google Shape;2302;p51"/>
            <p:cNvSpPr/>
            <p:nvPr/>
          </p:nvSpPr>
          <p:spPr>
            <a:xfrm>
              <a:off x="4413226" y="4241598"/>
              <a:ext cx="280258" cy="284061"/>
            </a:xfrm>
            <a:custGeom>
              <a:avLst/>
              <a:gdLst/>
              <a:ahLst/>
              <a:cxnLst/>
              <a:rect l="l" t="t" r="r" b="b"/>
              <a:pathLst>
                <a:path w="1179" h="1195" fill="none" extrusionOk="0">
                  <a:moveTo>
                    <a:pt x="1158" y="1194"/>
                  </a:moveTo>
                  <a:lnTo>
                    <a:pt x="1178" y="1194"/>
                  </a:lnTo>
                  <a:cubicBezTo>
                    <a:pt x="1158" y="1151"/>
                    <a:pt x="1142" y="1108"/>
                    <a:pt x="1149" y="1065"/>
                  </a:cubicBezTo>
                  <a:cubicBezTo>
                    <a:pt x="1165" y="942"/>
                    <a:pt x="1092" y="870"/>
                    <a:pt x="1006" y="836"/>
                  </a:cubicBezTo>
                  <a:cubicBezTo>
                    <a:pt x="920" y="799"/>
                    <a:pt x="883" y="756"/>
                    <a:pt x="890" y="647"/>
                  </a:cubicBezTo>
                  <a:cubicBezTo>
                    <a:pt x="890" y="620"/>
                    <a:pt x="883" y="597"/>
                    <a:pt x="870" y="568"/>
                  </a:cubicBezTo>
                  <a:cubicBezTo>
                    <a:pt x="847" y="511"/>
                    <a:pt x="797" y="468"/>
                    <a:pt x="754" y="439"/>
                  </a:cubicBezTo>
                  <a:cubicBezTo>
                    <a:pt x="754" y="439"/>
                    <a:pt x="747" y="432"/>
                    <a:pt x="740" y="432"/>
                  </a:cubicBezTo>
                  <a:cubicBezTo>
                    <a:pt x="683" y="396"/>
                    <a:pt x="561" y="375"/>
                    <a:pt x="438" y="189"/>
                  </a:cubicBezTo>
                  <a:cubicBezTo>
                    <a:pt x="309" y="1"/>
                    <a:pt x="0" y="30"/>
                    <a:pt x="0" y="30"/>
                  </a:cubicBezTo>
                  <a:lnTo>
                    <a:pt x="345" y="432"/>
                  </a:lnTo>
                  <a:lnTo>
                    <a:pt x="977" y="1181"/>
                  </a:lnTo>
                  <a:lnTo>
                    <a:pt x="985" y="99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3" name="Google Shape;2303;p51"/>
            <p:cNvSpPr/>
            <p:nvPr/>
          </p:nvSpPr>
          <p:spPr>
            <a:xfrm>
              <a:off x="4394210" y="4248491"/>
              <a:ext cx="294283" cy="277168"/>
            </a:xfrm>
            <a:custGeom>
              <a:avLst/>
              <a:gdLst/>
              <a:ahLst/>
              <a:cxnLst/>
              <a:rect l="l" t="t" r="r" b="b"/>
              <a:pathLst>
                <a:path w="1238" h="1166" fill="none" extrusionOk="0">
                  <a:moveTo>
                    <a:pt x="1065" y="970"/>
                  </a:moveTo>
                  <a:lnTo>
                    <a:pt x="1057" y="1152"/>
                  </a:lnTo>
                  <a:lnTo>
                    <a:pt x="425" y="403"/>
                  </a:lnTo>
                  <a:lnTo>
                    <a:pt x="80" y="1"/>
                  </a:lnTo>
                  <a:cubicBezTo>
                    <a:pt x="80" y="1"/>
                    <a:pt x="1" y="303"/>
                    <a:pt x="166" y="462"/>
                  </a:cubicBezTo>
                  <a:cubicBezTo>
                    <a:pt x="323" y="612"/>
                    <a:pt x="332" y="734"/>
                    <a:pt x="353" y="798"/>
                  </a:cubicBezTo>
                  <a:cubicBezTo>
                    <a:pt x="375" y="863"/>
                    <a:pt x="446" y="964"/>
                    <a:pt x="548" y="979"/>
                  </a:cubicBezTo>
                  <a:cubicBezTo>
                    <a:pt x="648" y="993"/>
                    <a:pt x="691" y="1036"/>
                    <a:pt x="705" y="1122"/>
                  </a:cubicBezTo>
                  <a:cubicBezTo>
                    <a:pt x="712" y="1136"/>
                    <a:pt x="720" y="1152"/>
                    <a:pt x="727" y="1165"/>
                  </a:cubicBezTo>
                  <a:lnTo>
                    <a:pt x="1072" y="1165"/>
                  </a:lnTo>
                  <a:lnTo>
                    <a:pt x="1238" y="116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4" name="Google Shape;2304;p51"/>
            <p:cNvSpPr/>
            <p:nvPr/>
          </p:nvSpPr>
          <p:spPr>
            <a:xfrm>
              <a:off x="4645228" y="4522092"/>
              <a:ext cx="4041" cy="3566"/>
            </a:xfrm>
            <a:custGeom>
              <a:avLst/>
              <a:gdLst/>
              <a:ahLst/>
              <a:cxnLst/>
              <a:rect l="l" t="t" r="r" b="b"/>
              <a:pathLst>
                <a:path w="17" h="15" fill="none" extrusionOk="0">
                  <a:moveTo>
                    <a:pt x="16" y="1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5" name="Google Shape;2305;p51"/>
            <p:cNvSpPr/>
            <p:nvPr/>
          </p:nvSpPr>
          <p:spPr>
            <a:xfrm>
              <a:off x="4647368" y="4465518"/>
              <a:ext cx="1902" cy="13787"/>
            </a:xfrm>
            <a:custGeom>
              <a:avLst/>
              <a:gdLst/>
              <a:ahLst/>
              <a:cxnLst/>
              <a:rect l="l" t="t" r="r" b="b"/>
              <a:pathLst>
                <a:path w="8" h="58" fill="none" extrusionOk="0">
                  <a:moveTo>
                    <a:pt x="7" y="0"/>
                  </a:moveTo>
                  <a:lnTo>
                    <a:pt x="0" y="57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6" name="Google Shape;2306;p51"/>
            <p:cNvSpPr/>
            <p:nvPr/>
          </p:nvSpPr>
          <p:spPr>
            <a:xfrm>
              <a:off x="4578908" y="4509731"/>
              <a:ext cx="56337" cy="2377"/>
            </a:xfrm>
            <a:custGeom>
              <a:avLst/>
              <a:gdLst/>
              <a:ahLst/>
              <a:cxnLst/>
              <a:rect l="l" t="t" r="r" b="b"/>
              <a:pathLst>
                <a:path w="237" h="10" fill="none" extrusionOk="0">
                  <a:moveTo>
                    <a:pt x="237" y="1"/>
                  </a:moveTo>
                  <a:lnTo>
                    <a:pt x="0" y="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7" name="Google Shape;2307;p51"/>
            <p:cNvSpPr/>
            <p:nvPr/>
          </p:nvSpPr>
          <p:spPr>
            <a:xfrm>
              <a:off x="4436997" y="4332164"/>
              <a:ext cx="46591" cy="238"/>
            </a:xfrm>
            <a:custGeom>
              <a:avLst/>
              <a:gdLst/>
              <a:ahLst/>
              <a:cxnLst/>
              <a:rect l="l" t="t" r="r" b="b"/>
              <a:pathLst>
                <a:path w="196" h="1" fill="none" extrusionOk="0">
                  <a:moveTo>
                    <a:pt x="195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8" name="Google Shape;2308;p51"/>
            <p:cNvSpPr/>
            <p:nvPr/>
          </p:nvSpPr>
          <p:spPr>
            <a:xfrm>
              <a:off x="4489768" y="4426059"/>
              <a:ext cx="73690" cy="4041"/>
            </a:xfrm>
            <a:custGeom>
              <a:avLst/>
              <a:gdLst/>
              <a:ahLst/>
              <a:cxnLst/>
              <a:rect l="l" t="t" r="r" b="b"/>
              <a:pathLst>
                <a:path w="310" h="17" fill="none" extrusionOk="0">
                  <a:moveTo>
                    <a:pt x="310" y="1"/>
                  </a:moveTo>
                  <a:lnTo>
                    <a:pt x="1" y="1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9" name="Google Shape;2309;p51"/>
            <p:cNvSpPr/>
            <p:nvPr/>
          </p:nvSpPr>
          <p:spPr>
            <a:xfrm>
              <a:off x="4570113" y="4364730"/>
              <a:ext cx="5705" cy="70362"/>
            </a:xfrm>
            <a:custGeom>
              <a:avLst/>
              <a:gdLst/>
              <a:ahLst/>
              <a:cxnLst/>
              <a:rect l="l" t="t" r="r" b="b"/>
              <a:pathLst>
                <a:path w="24" h="296" fill="none" extrusionOk="0">
                  <a:moveTo>
                    <a:pt x="1" y="295"/>
                  </a:moveTo>
                  <a:lnTo>
                    <a:pt x="2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0" name="Google Shape;2310;p51"/>
            <p:cNvSpPr/>
            <p:nvPr/>
          </p:nvSpPr>
          <p:spPr>
            <a:xfrm>
              <a:off x="4495235" y="4301500"/>
              <a:ext cx="1902" cy="42787"/>
            </a:xfrm>
            <a:custGeom>
              <a:avLst/>
              <a:gdLst/>
              <a:ahLst/>
              <a:cxnLst/>
              <a:rect l="l" t="t" r="r" b="b"/>
              <a:pathLst>
                <a:path w="8" h="180" fill="none" extrusionOk="0">
                  <a:moveTo>
                    <a:pt x="0" y="180"/>
                  </a:moveTo>
                  <a:lnTo>
                    <a:pt x="7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1" name="Google Shape;2311;p51"/>
            <p:cNvSpPr/>
            <p:nvPr/>
          </p:nvSpPr>
          <p:spPr>
            <a:xfrm>
              <a:off x="4987289" y="4265844"/>
              <a:ext cx="37558" cy="41124"/>
            </a:xfrm>
            <a:custGeom>
              <a:avLst/>
              <a:gdLst/>
              <a:ahLst/>
              <a:cxnLst/>
              <a:rect l="l" t="t" r="r" b="b"/>
              <a:pathLst>
                <a:path w="158" h="173" extrusionOk="0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2" name="Google Shape;2312;p51"/>
            <p:cNvSpPr/>
            <p:nvPr/>
          </p:nvSpPr>
          <p:spPr>
            <a:xfrm>
              <a:off x="4870812" y="4248491"/>
              <a:ext cx="254823" cy="277168"/>
            </a:xfrm>
            <a:custGeom>
              <a:avLst/>
              <a:gdLst/>
              <a:ahLst/>
              <a:cxnLst/>
              <a:rect l="l" t="t" r="r" b="b"/>
              <a:pathLst>
                <a:path w="1072" h="1166" extrusionOk="0">
                  <a:moveTo>
                    <a:pt x="1001" y="1"/>
                  </a:moveTo>
                  <a:lnTo>
                    <a:pt x="647" y="403"/>
                  </a:lnTo>
                  <a:lnTo>
                    <a:pt x="339" y="777"/>
                  </a:lnTo>
                  <a:lnTo>
                    <a:pt x="332" y="784"/>
                  </a:lnTo>
                  <a:lnTo>
                    <a:pt x="23" y="1143"/>
                  </a:lnTo>
                  <a:lnTo>
                    <a:pt x="16" y="1152"/>
                  </a:lnTo>
                  <a:lnTo>
                    <a:pt x="0" y="1165"/>
                  </a:lnTo>
                  <a:lnTo>
                    <a:pt x="354" y="1165"/>
                  </a:lnTo>
                  <a:cubicBezTo>
                    <a:pt x="361" y="1152"/>
                    <a:pt x="361" y="1136"/>
                    <a:pt x="368" y="1122"/>
                  </a:cubicBezTo>
                  <a:cubicBezTo>
                    <a:pt x="389" y="1036"/>
                    <a:pt x="425" y="993"/>
                    <a:pt x="527" y="979"/>
                  </a:cubicBezTo>
                  <a:cubicBezTo>
                    <a:pt x="627" y="964"/>
                    <a:pt x="699" y="863"/>
                    <a:pt x="720" y="798"/>
                  </a:cubicBezTo>
                  <a:cubicBezTo>
                    <a:pt x="742" y="734"/>
                    <a:pt x="749" y="612"/>
                    <a:pt x="906" y="462"/>
                  </a:cubicBezTo>
                  <a:cubicBezTo>
                    <a:pt x="1072" y="303"/>
                    <a:pt x="1001" y="1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3" name="Google Shape;2313;p51"/>
            <p:cNvSpPr/>
            <p:nvPr/>
          </p:nvSpPr>
          <p:spPr>
            <a:xfrm>
              <a:off x="4870812" y="4522092"/>
              <a:ext cx="3803" cy="3566"/>
            </a:xfrm>
            <a:custGeom>
              <a:avLst/>
              <a:gdLst/>
              <a:ahLst/>
              <a:cxnLst/>
              <a:rect l="l" t="t" r="r" b="b"/>
              <a:pathLst>
                <a:path w="16" h="15" extrusionOk="0">
                  <a:moveTo>
                    <a:pt x="16" y="1"/>
                  </a:moveTo>
                  <a:lnTo>
                    <a:pt x="0" y="14"/>
                  </a:lnTo>
                  <a:cubicBezTo>
                    <a:pt x="9" y="7"/>
                    <a:pt x="9" y="7"/>
                    <a:pt x="16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4" name="Google Shape;2314;p51"/>
            <p:cNvSpPr/>
            <p:nvPr/>
          </p:nvSpPr>
          <p:spPr>
            <a:xfrm>
              <a:off x="4826599" y="4248016"/>
              <a:ext cx="282160" cy="277643"/>
            </a:xfrm>
            <a:custGeom>
              <a:avLst/>
              <a:gdLst/>
              <a:ahLst/>
              <a:cxnLst/>
              <a:rect l="l" t="t" r="r" b="b"/>
              <a:pathLst>
                <a:path w="1187" h="1168" extrusionOk="0">
                  <a:moveTo>
                    <a:pt x="1132" y="1"/>
                  </a:moveTo>
                  <a:cubicBezTo>
                    <a:pt x="1060" y="1"/>
                    <a:pt x="932" y="11"/>
                    <a:pt x="833" y="75"/>
                  </a:cubicBezTo>
                  <a:cubicBezTo>
                    <a:pt x="806" y="139"/>
                    <a:pt x="756" y="196"/>
                    <a:pt x="690" y="239"/>
                  </a:cubicBezTo>
                  <a:cubicBezTo>
                    <a:pt x="683" y="239"/>
                    <a:pt x="683" y="239"/>
                    <a:pt x="676" y="248"/>
                  </a:cubicBezTo>
                  <a:cubicBezTo>
                    <a:pt x="640" y="291"/>
                    <a:pt x="597" y="319"/>
                    <a:pt x="561" y="341"/>
                  </a:cubicBezTo>
                  <a:cubicBezTo>
                    <a:pt x="511" y="377"/>
                    <a:pt x="468" y="391"/>
                    <a:pt x="438" y="405"/>
                  </a:cubicBezTo>
                  <a:cubicBezTo>
                    <a:pt x="381" y="434"/>
                    <a:pt x="288" y="520"/>
                    <a:pt x="288" y="620"/>
                  </a:cubicBezTo>
                  <a:lnTo>
                    <a:pt x="288" y="686"/>
                  </a:lnTo>
                  <a:cubicBezTo>
                    <a:pt x="273" y="743"/>
                    <a:pt x="238" y="779"/>
                    <a:pt x="173" y="809"/>
                  </a:cubicBezTo>
                  <a:cubicBezTo>
                    <a:pt x="93" y="843"/>
                    <a:pt x="14" y="915"/>
                    <a:pt x="29" y="1038"/>
                  </a:cubicBezTo>
                  <a:cubicBezTo>
                    <a:pt x="36" y="1081"/>
                    <a:pt x="23" y="1124"/>
                    <a:pt x="0" y="1167"/>
                  </a:cubicBezTo>
                  <a:lnTo>
                    <a:pt x="186" y="1167"/>
                  </a:lnTo>
                  <a:cubicBezTo>
                    <a:pt x="195" y="1160"/>
                    <a:pt x="195" y="1160"/>
                    <a:pt x="202" y="1154"/>
                  </a:cubicBezTo>
                  <a:lnTo>
                    <a:pt x="209" y="1145"/>
                  </a:lnTo>
                  <a:lnTo>
                    <a:pt x="518" y="786"/>
                  </a:lnTo>
                  <a:lnTo>
                    <a:pt x="525" y="779"/>
                  </a:lnTo>
                  <a:lnTo>
                    <a:pt x="833" y="405"/>
                  </a:lnTo>
                  <a:lnTo>
                    <a:pt x="1187" y="3"/>
                  </a:lnTo>
                  <a:cubicBezTo>
                    <a:pt x="1187" y="3"/>
                    <a:pt x="1166" y="1"/>
                    <a:pt x="113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5" name="Google Shape;2315;p51"/>
            <p:cNvSpPr/>
            <p:nvPr/>
          </p:nvSpPr>
          <p:spPr>
            <a:xfrm>
              <a:off x="4870812" y="4465518"/>
              <a:ext cx="3803" cy="56812"/>
            </a:xfrm>
            <a:custGeom>
              <a:avLst/>
              <a:gdLst/>
              <a:ahLst/>
              <a:cxnLst/>
              <a:rect l="l" t="t" r="r" b="b"/>
              <a:pathLst>
                <a:path w="16" h="239" fill="none" extrusionOk="0">
                  <a:moveTo>
                    <a:pt x="16" y="23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6" name="Google Shape;2316;p51"/>
            <p:cNvSpPr/>
            <p:nvPr/>
          </p:nvSpPr>
          <p:spPr>
            <a:xfrm>
              <a:off x="4884837" y="4509731"/>
              <a:ext cx="56337" cy="2377"/>
            </a:xfrm>
            <a:custGeom>
              <a:avLst/>
              <a:gdLst/>
              <a:ahLst/>
              <a:cxnLst/>
              <a:rect l="l" t="t" r="r" b="b"/>
              <a:pathLst>
                <a:path w="237" h="10" fill="none" extrusionOk="0">
                  <a:moveTo>
                    <a:pt x="0" y="1"/>
                  </a:moveTo>
                  <a:lnTo>
                    <a:pt x="236" y="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7" name="Google Shape;2317;p51"/>
            <p:cNvSpPr/>
            <p:nvPr/>
          </p:nvSpPr>
          <p:spPr>
            <a:xfrm>
              <a:off x="5036970" y="4332164"/>
              <a:ext cx="46115" cy="238"/>
            </a:xfrm>
            <a:custGeom>
              <a:avLst/>
              <a:gdLst/>
              <a:ahLst/>
              <a:cxnLst/>
              <a:rect l="l" t="t" r="r" b="b"/>
              <a:pathLst>
                <a:path w="194" h="1" fill="none" extrusionOk="0">
                  <a:moveTo>
                    <a:pt x="0" y="1"/>
                  </a:moveTo>
                  <a:lnTo>
                    <a:pt x="19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8" name="Google Shape;2318;p51"/>
            <p:cNvSpPr/>
            <p:nvPr/>
          </p:nvSpPr>
          <p:spPr>
            <a:xfrm>
              <a:off x="4956387" y="4426059"/>
              <a:ext cx="73690" cy="4041"/>
            </a:xfrm>
            <a:custGeom>
              <a:avLst/>
              <a:gdLst/>
              <a:ahLst/>
              <a:cxnLst/>
              <a:rect l="l" t="t" r="r" b="b"/>
              <a:pathLst>
                <a:path w="310" h="17" fill="none" extrusionOk="0">
                  <a:moveTo>
                    <a:pt x="1" y="1"/>
                  </a:moveTo>
                  <a:lnTo>
                    <a:pt x="310" y="1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9" name="Google Shape;2319;p51"/>
            <p:cNvSpPr/>
            <p:nvPr/>
          </p:nvSpPr>
          <p:spPr>
            <a:xfrm>
              <a:off x="4944502" y="4364730"/>
              <a:ext cx="5230" cy="70362"/>
            </a:xfrm>
            <a:custGeom>
              <a:avLst/>
              <a:gdLst/>
              <a:ahLst/>
              <a:cxnLst/>
              <a:rect l="l" t="t" r="r" b="b"/>
              <a:pathLst>
                <a:path w="22" h="296" fill="none" extrusionOk="0">
                  <a:moveTo>
                    <a:pt x="22" y="295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0" name="Google Shape;2320;p51"/>
            <p:cNvSpPr/>
            <p:nvPr/>
          </p:nvSpPr>
          <p:spPr>
            <a:xfrm>
              <a:off x="5022945" y="4301500"/>
              <a:ext cx="1902" cy="42787"/>
            </a:xfrm>
            <a:custGeom>
              <a:avLst/>
              <a:gdLst/>
              <a:ahLst/>
              <a:cxnLst/>
              <a:rect l="l" t="t" r="r" b="b"/>
              <a:pathLst>
                <a:path w="8" h="180" fill="none" extrusionOk="0">
                  <a:moveTo>
                    <a:pt x="7" y="18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1" name="Google Shape;2321;p51"/>
            <p:cNvSpPr/>
            <p:nvPr/>
          </p:nvSpPr>
          <p:spPr>
            <a:xfrm>
              <a:off x="4577244" y="4727234"/>
              <a:ext cx="238" cy="166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2" name="Google Shape;2322;p51"/>
            <p:cNvSpPr/>
            <p:nvPr/>
          </p:nvSpPr>
          <p:spPr>
            <a:xfrm>
              <a:off x="4942600" y="4727234"/>
              <a:ext cx="238" cy="2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3" name="Google Shape;2323;p51"/>
            <p:cNvSpPr/>
            <p:nvPr/>
          </p:nvSpPr>
          <p:spPr>
            <a:xfrm>
              <a:off x="4541113" y="4525420"/>
              <a:ext cx="439523" cy="292143"/>
            </a:xfrm>
            <a:custGeom>
              <a:avLst/>
              <a:gdLst/>
              <a:ahLst/>
              <a:cxnLst/>
              <a:rect l="l" t="t" r="r" b="b"/>
              <a:pathLst>
                <a:path w="1849" h="1229" extrusionOk="0">
                  <a:moveTo>
                    <a:pt x="0" y="0"/>
                  </a:moveTo>
                  <a:lnTo>
                    <a:pt x="152" y="849"/>
                  </a:lnTo>
                  <a:lnTo>
                    <a:pt x="152" y="856"/>
                  </a:lnTo>
                  <a:lnTo>
                    <a:pt x="223" y="1229"/>
                  </a:lnTo>
                  <a:lnTo>
                    <a:pt x="835" y="1229"/>
                  </a:lnTo>
                  <a:lnTo>
                    <a:pt x="835" y="849"/>
                  </a:lnTo>
                  <a:lnTo>
                    <a:pt x="1008" y="849"/>
                  </a:lnTo>
                  <a:lnTo>
                    <a:pt x="1008" y="1229"/>
                  </a:lnTo>
                  <a:lnTo>
                    <a:pt x="1619" y="1229"/>
                  </a:lnTo>
                  <a:lnTo>
                    <a:pt x="1689" y="849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4" name="Google Shape;2324;p51"/>
            <p:cNvSpPr/>
            <p:nvPr/>
          </p:nvSpPr>
          <p:spPr>
            <a:xfrm>
              <a:off x="4536121" y="4727234"/>
              <a:ext cx="41361" cy="220356"/>
            </a:xfrm>
            <a:custGeom>
              <a:avLst/>
              <a:gdLst/>
              <a:ahLst/>
              <a:cxnLst/>
              <a:rect l="l" t="t" r="r" b="b"/>
              <a:pathLst>
                <a:path w="174" h="927" extrusionOk="0">
                  <a:moveTo>
                    <a:pt x="1" y="0"/>
                  </a:moveTo>
                  <a:lnTo>
                    <a:pt x="1" y="926"/>
                  </a:lnTo>
                  <a:lnTo>
                    <a:pt x="173" y="926"/>
                  </a:lnTo>
                  <a:lnTo>
                    <a:pt x="173" y="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4577244" y="4727234"/>
              <a:ext cx="238" cy="166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6" name="Google Shape;2326;p51"/>
            <p:cNvSpPr/>
            <p:nvPr/>
          </p:nvSpPr>
          <p:spPr>
            <a:xfrm>
              <a:off x="4942600" y="4727234"/>
              <a:ext cx="41124" cy="220356"/>
            </a:xfrm>
            <a:custGeom>
              <a:avLst/>
              <a:gdLst/>
              <a:ahLst/>
              <a:cxnLst/>
              <a:rect l="l" t="t" r="r" b="b"/>
              <a:pathLst>
                <a:path w="173" h="927" extrusionOk="0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7" name="Google Shape;2327;p51"/>
            <p:cNvSpPr/>
            <p:nvPr/>
          </p:nvSpPr>
          <p:spPr>
            <a:xfrm>
              <a:off x="4942600" y="4727234"/>
              <a:ext cx="238" cy="2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8" name="Google Shape;2328;p51"/>
            <p:cNvSpPr/>
            <p:nvPr/>
          </p:nvSpPr>
          <p:spPr>
            <a:xfrm>
              <a:off x="4780484" y="4817325"/>
              <a:ext cx="162355" cy="38033"/>
            </a:xfrm>
            <a:custGeom>
              <a:avLst/>
              <a:gdLst/>
              <a:ahLst/>
              <a:cxnLst/>
              <a:rect l="l" t="t" r="r" b="b"/>
              <a:pathLst>
                <a:path w="683" h="160" extrusionOk="0">
                  <a:moveTo>
                    <a:pt x="1" y="1"/>
                  </a:moveTo>
                  <a:lnTo>
                    <a:pt x="1" y="159"/>
                  </a:lnTo>
                  <a:lnTo>
                    <a:pt x="682" y="159"/>
                  </a:lnTo>
                  <a:lnTo>
                    <a:pt x="682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9" name="Google Shape;2329;p51"/>
            <p:cNvSpPr/>
            <p:nvPr/>
          </p:nvSpPr>
          <p:spPr>
            <a:xfrm>
              <a:off x="4577244" y="4817325"/>
              <a:ext cx="162592" cy="38033"/>
            </a:xfrm>
            <a:custGeom>
              <a:avLst/>
              <a:gdLst/>
              <a:ahLst/>
              <a:cxnLst/>
              <a:rect l="l" t="t" r="r" b="b"/>
              <a:pathLst>
                <a:path w="684" h="160" extrusionOk="0">
                  <a:moveTo>
                    <a:pt x="0" y="1"/>
                  </a:moveTo>
                  <a:lnTo>
                    <a:pt x="0" y="159"/>
                  </a:lnTo>
                  <a:lnTo>
                    <a:pt x="683" y="159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0" name="Google Shape;2330;p51"/>
            <p:cNvSpPr/>
            <p:nvPr/>
          </p:nvSpPr>
          <p:spPr>
            <a:xfrm>
              <a:off x="4739598" y="4727234"/>
              <a:ext cx="41124" cy="220356"/>
            </a:xfrm>
            <a:custGeom>
              <a:avLst/>
              <a:gdLst/>
              <a:ahLst/>
              <a:cxnLst/>
              <a:rect l="l" t="t" r="r" b="b"/>
              <a:pathLst>
                <a:path w="173" h="927" extrusionOk="0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31" name="Google Shape;2331;p51"/>
            <p:cNvGrpSpPr/>
            <p:nvPr/>
          </p:nvGrpSpPr>
          <p:grpSpPr>
            <a:xfrm>
              <a:off x="6982782" y="1882079"/>
              <a:ext cx="1613232" cy="3052355"/>
              <a:chOff x="3887096" y="2214803"/>
              <a:chExt cx="1478131" cy="2796734"/>
            </a:xfrm>
          </p:grpSpPr>
          <p:sp>
            <p:nvSpPr>
              <p:cNvPr id="2332" name="Google Shape;2332;p51"/>
              <p:cNvSpPr/>
              <p:nvPr/>
            </p:nvSpPr>
            <p:spPr>
              <a:xfrm>
                <a:off x="5043610" y="3156595"/>
                <a:ext cx="221243" cy="221243"/>
              </a:xfrm>
              <a:custGeom>
                <a:avLst/>
                <a:gdLst/>
                <a:ahLst/>
                <a:cxnLst/>
                <a:rect l="l" t="t" r="r" b="b"/>
                <a:pathLst>
                  <a:path w="950" h="950" extrusionOk="0">
                    <a:moveTo>
                      <a:pt x="777" y="1"/>
                    </a:moveTo>
                    <a:cubicBezTo>
                      <a:pt x="525" y="72"/>
                      <a:pt x="187" y="101"/>
                      <a:pt x="187" y="101"/>
                    </a:cubicBezTo>
                    <a:lnTo>
                      <a:pt x="173" y="65"/>
                    </a:lnTo>
                    <a:cubicBezTo>
                      <a:pt x="144" y="72"/>
                      <a:pt x="101" y="87"/>
                      <a:pt x="58" y="94"/>
                    </a:cubicBezTo>
                    <a:cubicBezTo>
                      <a:pt x="23" y="158"/>
                      <a:pt x="1" y="230"/>
                      <a:pt x="8" y="310"/>
                    </a:cubicBezTo>
                    <a:lnTo>
                      <a:pt x="66" y="950"/>
                    </a:lnTo>
                    <a:lnTo>
                      <a:pt x="73" y="950"/>
                    </a:lnTo>
                    <a:lnTo>
                      <a:pt x="936" y="877"/>
                    </a:lnTo>
                    <a:lnTo>
                      <a:pt x="949" y="877"/>
                    </a:lnTo>
                    <a:lnTo>
                      <a:pt x="893" y="237"/>
                    </a:lnTo>
                    <a:cubicBezTo>
                      <a:pt x="886" y="144"/>
                      <a:pt x="843" y="58"/>
                      <a:pt x="7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3" name="Google Shape;2333;p51"/>
              <p:cNvSpPr/>
              <p:nvPr/>
            </p:nvSpPr>
            <p:spPr>
              <a:xfrm>
                <a:off x="5159355" y="3452827"/>
                <a:ext cx="204242" cy="1190521"/>
              </a:xfrm>
              <a:custGeom>
                <a:avLst/>
                <a:gdLst/>
                <a:ahLst/>
                <a:cxnLst/>
                <a:rect l="l" t="t" r="r" b="b"/>
                <a:pathLst>
                  <a:path w="877" h="5112" extrusionOk="0">
                    <a:moveTo>
                      <a:pt x="466" y="0"/>
                    </a:moveTo>
                    <a:lnTo>
                      <a:pt x="44" y="37"/>
                    </a:lnTo>
                    <a:lnTo>
                      <a:pt x="0" y="37"/>
                    </a:lnTo>
                    <a:lnTo>
                      <a:pt x="21" y="288"/>
                    </a:lnTo>
                    <a:lnTo>
                      <a:pt x="402" y="4967"/>
                    </a:lnTo>
                    <a:lnTo>
                      <a:pt x="402" y="4976"/>
                    </a:lnTo>
                    <a:cubicBezTo>
                      <a:pt x="409" y="4976"/>
                      <a:pt x="423" y="4976"/>
                      <a:pt x="439" y="4982"/>
                    </a:cubicBezTo>
                    <a:cubicBezTo>
                      <a:pt x="482" y="4989"/>
                      <a:pt x="518" y="5019"/>
                      <a:pt x="539" y="5053"/>
                    </a:cubicBezTo>
                    <a:cubicBezTo>
                      <a:pt x="539" y="5053"/>
                      <a:pt x="618" y="4995"/>
                      <a:pt x="706" y="4995"/>
                    </a:cubicBezTo>
                    <a:cubicBezTo>
                      <a:pt x="766" y="4995"/>
                      <a:pt x="830" y="5022"/>
                      <a:pt x="877" y="5112"/>
                    </a:cubicBezTo>
                    <a:lnTo>
                      <a:pt x="46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4" name="Google Shape;2334;p51"/>
              <p:cNvSpPr/>
              <p:nvPr/>
            </p:nvSpPr>
            <p:spPr>
              <a:xfrm>
                <a:off x="5068995" y="3461211"/>
                <a:ext cx="184214" cy="119867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5147" extrusionOk="0">
                    <a:moveTo>
                      <a:pt x="388" y="1"/>
                    </a:moveTo>
                    <a:lnTo>
                      <a:pt x="7" y="37"/>
                    </a:lnTo>
                    <a:lnTo>
                      <a:pt x="0" y="37"/>
                    </a:lnTo>
                    <a:lnTo>
                      <a:pt x="409" y="5147"/>
                    </a:lnTo>
                    <a:cubicBezTo>
                      <a:pt x="409" y="5147"/>
                      <a:pt x="460" y="5002"/>
                      <a:pt x="556" y="5002"/>
                    </a:cubicBezTo>
                    <a:cubicBezTo>
                      <a:pt x="562" y="5002"/>
                      <a:pt x="568" y="5002"/>
                      <a:pt x="575" y="5003"/>
                    </a:cubicBezTo>
                    <a:cubicBezTo>
                      <a:pt x="601" y="4953"/>
                      <a:pt x="682" y="4930"/>
                      <a:pt x="760" y="4930"/>
                    </a:cubicBezTo>
                    <a:cubicBezTo>
                      <a:pt x="770" y="4930"/>
                      <a:pt x="780" y="4930"/>
                      <a:pt x="790" y="4931"/>
                    </a:cubicBezTo>
                    <a:lnTo>
                      <a:pt x="409" y="25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5" name="Google Shape;2335;p51"/>
              <p:cNvSpPr/>
              <p:nvPr/>
            </p:nvSpPr>
            <p:spPr>
              <a:xfrm>
                <a:off x="5053624" y="3360837"/>
                <a:ext cx="221243" cy="108991"/>
              </a:xfrm>
              <a:custGeom>
                <a:avLst/>
                <a:gdLst/>
                <a:ahLst/>
                <a:cxnLst/>
                <a:rect l="l" t="t" r="r" b="b"/>
                <a:pathLst>
                  <a:path w="950" h="468" extrusionOk="0">
                    <a:moveTo>
                      <a:pt x="893" y="0"/>
                    </a:moveTo>
                    <a:lnTo>
                      <a:pt x="30" y="73"/>
                    </a:lnTo>
                    <a:lnTo>
                      <a:pt x="23" y="73"/>
                    </a:lnTo>
                    <a:cubicBezTo>
                      <a:pt x="8" y="73"/>
                      <a:pt x="1" y="87"/>
                      <a:pt x="1" y="100"/>
                    </a:cubicBezTo>
                    <a:lnTo>
                      <a:pt x="30" y="438"/>
                    </a:lnTo>
                    <a:cubicBezTo>
                      <a:pt x="30" y="454"/>
                      <a:pt x="44" y="468"/>
                      <a:pt x="58" y="468"/>
                    </a:cubicBezTo>
                    <a:lnTo>
                      <a:pt x="73" y="468"/>
                    </a:lnTo>
                    <a:lnTo>
                      <a:pt x="454" y="432"/>
                    </a:lnTo>
                    <a:lnTo>
                      <a:pt x="498" y="432"/>
                    </a:lnTo>
                    <a:lnTo>
                      <a:pt x="920" y="395"/>
                    </a:lnTo>
                    <a:lnTo>
                      <a:pt x="929" y="395"/>
                    </a:lnTo>
                    <a:cubicBezTo>
                      <a:pt x="943" y="395"/>
                      <a:pt x="950" y="382"/>
                      <a:pt x="950" y="368"/>
                    </a:cubicBezTo>
                    <a:lnTo>
                      <a:pt x="920" y="23"/>
                    </a:lnTo>
                    <a:cubicBezTo>
                      <a:pt x="920" y="7"/>
                      <a:pt x="913" y="0"/>
                      <a:pt x="9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6" name="Google Shape;2336;p51"/>
              <p:cNvSpPr/>
              <p:nvPr/>
            </p:nvSpPr>
            <p:spPr>
              <a:xfrm>
                <a:off x="5164245" y="4609108"/>
                <a:ext cx="200982" cy="238477"/>
              </a:xfrm>
              <a:custGeom>
                <a:avLst/>
                <a:gdLst/>
                <a:ahLst/>
                <a:cxnLst/>
                <a:rect l="l" t="t" r="r" b="b"/>
                <a:pathLst>
                  <a:path w="863" h="1024" extrusionOk="0">
                    <a:moveTo>
                      <a:pt x="351" y="1"/>
                    </a:moveTo>
                    <a:cubicBezTo>
                      <a:pt x="273" y="1"/>
                      <a:pt x="192" y="24"/>
                      <a:pt x="166" y="74"/>
                    </a:cubicBezTo>
                    <a:cubicBezTo>
                      <a:pt x="159" y="73"/>
                      <a:pt x="153" y="73"/>
                      <a:pt x="147" y="73"/>
                    </a:cubicBezTo>
                    <a:cubicBezTo>
                      <a:pt x="51" y="73"/>
                      <a:pt x="0" y="218"/>
                      <a:pt x="0" y="218"/>
                    </a:cubicBezTo>
                    <a:lnTo>
                      <a:pt x="295" y="1023"/>
                    </a:lnTo>
                    <a:cubicBezTo>
                      <a:pt x="372" y="998"/>
                      <a:pt x="441" y="988"/>
                      <a:pt x="501" y="988"/>
                    </a:cubicBezTo>
                    <a:cubicBezTo>
                      <a:pt x="576" y="988"/>
                      <a:pt x="639" y="1003"/>
                      <a:pt x="690" y="1023"/>
                    </a:cubicBezTo>
                    <a:lnTo>
                      <a:pt x="863" y="147"/>
                    </a:lnTo>
                    <a:lnTo>
                      <a:pt x="856" y="147"/>
                    </a:lnTo>
                    <a:cubicBezTo>
                      <a:pt x="809" y="57"/>
                      <a:pt x="745" y="30"/>
                      <a:pt x="685" y="30"/>
                    </a:cubicBezTo>
                    <a:cubicBezTo>
                      <a:pt x="597" y="30"/>
                      <a:pt x="518" y="88"/>
                      <a:pt x="518" y="88"/>
                    </a:cubicBezTo>
                    <a:cubicBezTo>
                      <a:pt x="497" y="54"/>
                      <a:pt x="461" y="24"/>
                      <a:pt x="418" y="17"/>
                    </a:cubicBezTo>
                    <a:cubicBezTo>
                      <a:pt x="402" y="11"/>
                      <a:pt x="388" y="11"/>
                      <a:pt x="381" y="11"/>
                    </a:cubicBezTo>
                    <a:lnTo>
                      <a:pt x="381" y="2"/>
                    </a:lnTo>
                    <a:cubicBezTo>
                      <a:pt x="371" y="1"/>
                      <a:pt x="361" y="1"/>
                      <a:pt x="3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7" name="Google Shape;2337;p51"/>
              <p:cNvSpPr/>
              <p:nvPr/>
            </p:nvSpPr>
            <p:spPr>
              <a:xfrm>
                <a:off x="5232947" y="4838967"/>
                <a:ext cx="92223" cy="17093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734" extrusionOk="0">
                    <a:moveTo>
                      <a:pt x="206" y="1"/>
                    </a:moveTo>
                    <a:cubicBezTo>
                      <a:pt x="146" y="1"/>
                      <a:pt x="77" y="11"/>
                      <a:pt x="0" y="36"/>
                    </a:cubicBezTo>
                    <a:lnTo>
                      <a:pt x="259" y="733"/>
                    </a:lnTo>
                    <a:lnTo>
                      <a:pt x="395" y="36"/>
                    </a:lnTo>
                    <a:cubicBezTo>
                      <a:pt x="344" y="16"/>
                      <a:pt x="281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8" name="Google Shape;2338;p51"/>
              <p:cNvSpPr/>
              <p:nvPr/>
            </p:nvSpPr>
            <p:spPr>
              <a:xfrm>
                <a:off x="4305593" y="3397866"/>
                <a:ext cx="134143" cy="368661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583" extrusionOk="0">
                    <a:moveTo>
                      <a:pt x="287" y="0"/>
                    </a:moveTo>
                    <a:cubicBezTo>
                      <a:pt x="259" y="179"/>
                      <a:pt x="216" y="431"/>
                      <a:pt x="137" y="747"/>
                    </a:cubicBezTo>
                    <a:cubicBezTo>
                      <a:pt x="101" y="890"/>
                      <a:pt x="8" y="1149"/>
                      <a:pt x="1" y="1164"/>
                    </a:cubicBezTo>
                    <a:cubicBezTo>
                      <a:pt x="1" y="1164"/>
                      <a:pt x="8" y="1308"/>
                      <a:pt x="21" y="1358"/>
                    </a:cubicBezTo>
                    <a:cubicBezTo>
                      <a:pt x="28" y="1394"/>
                      <a:pt x="44" y="1416"/>
                      <a:pt x="51" y="1437"/>
                    </a:cubicBezTo>
                    <a:cubicBezTo>
                      <a:pt x="64" y="1451"/>
                      <a:pt x="94" y="1503"/>
                      <a:pt x="101" y="1516"/>
                    </a:cubicBezTo>
                    <a:cubicBezTo>
                      <a:pt x="110" y="1531"/>
                      <a:pt x="117" y="1546"/>
                      <a:pt x="125" y="1546"/>
                    </a:cubicBezTo>
                    <a:cubicBezTo>
                      <a:pt x="128" y="1546"/>
                      <a:pt x="132" y="1544"/>
                      <a:pt x="137" y="1537"/>
                    </a:cubicBezTo>
                    <a:cubicBezTo>
                      <a:pt x="158" y="1523"/>
                      <a:pt x="173" y="1466"/>
                      <a:pt x="137" y="1423"/>
                    </a:cubicBezTo>
                    <a:cubicBezTo>
                      <a:pt x="101" y="1373"/>
                      <a:pt x="108" y="1351"/>
                      <a:pt x="101" y="1321"/>
                    </a:cubicBezTo>
                    <a:cubicBezTo>
                      <a:pt x="94" y="1301"/>
                      <a:pt x="94" y="1271"/>
                      <a:pt x="101" y="1244"/>
                    </a:cubicBezTo>
                    <a:cubicBezTo>
                      <a:pt x="108" y="1294"/>
                      <a:pt x="121" y="1358"/>
                      <a:pt x="130" y="1380"/>
                    </a:cubicBezTo>
                    <a:cubicBezTo>
                      <a:pt x="144" y="1423"/>
                      <a:pt x="164" y="1444"/>
                      <a:pt x="180" y="1466"/>
                    </a:cubicBezTo>
                    <a:cubicBezTo>
                      <a:pt x="187" y="1487"/>
                      <a:pt x="230" y="1537"/>
                      <a:pt x="244" y="1553"/>
                    </a:cubicBezTo>
                    <a:cubicBezTo>
                      <a:pt x="249" y="1567"/>
                      <a:pt x="261" y="1583"/>
                      <a:pt x="273" y="1583"/>
                    </a:cubicBezTo>
                    <a:cubicBezTo>
                      <a:pt x="278" y="1583"/>
                      <a:pt x="283" y="1580"/>
                      <a:pt x="287" y="1573"/>
                    </a:cubicBezTo>
                    <a:cubicBezTo>
                      <a:pt x="303" y="1553"/>
                      <a:pt x="309" y="1487"/>
                      <a:pt x="266" y="1444"/>
                    </a:cubicBezTo>
                    <a:cubicBezTo>
                      <a:pt x="230" y="1394"/>
                      <a:pt x="223" y="1373"/>
                      <a:pt x="216" y="1337"/>
                    </a:cubicBezTo>
                    <a:cubicBezTo>
                      <a:pt x="202" y="1292"/>
                      <a:pt x="195" y="1234"/>
                      <a:pt x="189" y="1208"/>
                    </a:cubicBezTo>
                    <a:lnTo>
                      <a:pt x="189" y="1208"/>
                    </a:lnTo>
                    <a:cubicBezTo>
                      <a:pt x="203" y="1256"/>
                      <a:pt x="224" y="1316"/>
                      <a:pt x="237" y="1351"/>
                    </a:cubicBezTo>
                    <a:cubicBezTo>
                      <a:pt x="251" y="1380"/>
                      <a:pt x="266" y="1401"/>
                      <a:pt x="280" y="1416"/>
                    </a:cubicBezTo>
                    <a:cubicBezTo>
                      <a:pt x="294" y="1437"/>
                      <a:pt x="330" y="1473"/>
                      <a:pt x="346" y="1494"/>
                    </a:cubicBezTo>
                    <a:cubicBezTo>
                      <a:pt x="353" y="1466"/>
                      <a:pt x="359" y="1430"/>
                      <a:pt x="366" y="1394"/>
                    </a:cubicBezTo>
                    <a:lnTo>
                      <a:pt x="359" y="1394"/>
                    </a:lnTo>
                    <a:cubicBezTo>
                      <a:pt x="323" y="1351"/>
                      <a:pt x="323" y="1330"/>
                      <a:pt x="309" y="1301"/>
                    </a:cubicBezTo>
                    <a:cubicBezTo>
                      <a:pt x="294" y="1271"/>
                      <a:pt x="280" y="1192"/>
                      <a:pt x="280" y="1185"/>
                    </a:cubicBezTo>
                    <a:lnTo>
                      <a:pt x="280" y="1185"/>
                    </a:lnTo>
                    <a:cubicBezTo>
                      <a:pt x="294" y="1214"/>
                      <a:pt x="323" y="1265"/>
                      <a:pt x="330" y="1278"/>
                    </a:cubicBezTo>
                    <a:cubicBezTo>
                      <a:pt x="346" y="1308"/>
                      <a:pt x="366" y="1321"/>
                      <a:pt x="380" y="1337"/>
                    </a:cubicBezTo>
                    <a:cubicBezTo>
                      <a:pt x="380" y="1301"/>
                      <a:pt x="389" y="1271"/>
                      <a:pt x="396" y="1244"/>
                    </a:cubicBezTo>
                    <a:cubicBezTo>
                      <a:pt x="396" y="1235"/>
                      <a:pt x="396" y="1235"/>
                      <a:pt x="389" y="1228"/>
                    </a:cubicBezTo>
                    <a:cubicBezTo>
                      <a:pt x="366" y="1192"/>
                      <a:pt x="353" y="1142"/>
                      <a:pt x="353" y="1142"/>
                    </a:cubicBezTo>
                    <a:cubicBezTo>
                      <a:pt x="373" y="1028"/>
                      <a:pt x="423" y="913"/>
                      <a:pt x="416" y="790"/>
                    </a:cubicBezTo>
                    <a:cubicBezTo>
                      <a:pt x="416" y="776"/>
                      <a:pt x="416" y="726"/>
                      <a:pt x="409" y="683"/>
                    </a:cubicBezTo>
                    <a:cubicBezTo>
                      <a:pt x="432" y="618"/>
                      <a:pt x="459" y="545"/>
                      <a:pt x="489" y="474"/>
                    </a:cubicBezTo>
                    <a:cubicBezTo>
                      <a:pt x="489" y="445"/>
                      <a:pt x="489" y="416"/>
                      <a:pt x="496" y="381"/>
                    </a:cubicBezTo>
                    <a:cubicBezTo>
                      <a:pt x="503" y="352"/>
                      <a:pt x="532" y="229"/>
                      <a:pt x="575" y="71"/>
                    </a:cubicBezTo>
                    <a:cubicBezTo>
                      <a:pt x="423" y="50"/>
                      <a:pt x="287" y="0"/>
                      <a:pt x="287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9" name="Google Shape;2339;p51"/>
              <p:cNvSpPr/>
              <p:nvPr/>
            </p:nvSpPr>
            <p:spPr>
              <a:xfrm>
                <a:off x="4360555" y="2982396"/>
                <a:ext cx="124129" cy="432006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855" extrusionOk="0">
                    <a:moveTo>
                      <a:pt x="462" y="0"/>
                    </a:moveTo>
                    <a:cubicBezTo>
                      <a:pt x="412" y="195"/>
                      <a:pt x="368" y="375"/>
                      <a:pt x="346" y="447"/>
                    </a:cubicBezTo>
                    <a:cubicBezTo>
                      <a:pt x="310" y="613"/>
                      <a:pt x="217" y="813"/>
                      <a:pt x="203" y="842"/>
                    </a:cubicBezTo>
                    <a:cubicBezTo>
                      <a:pt x="187" y="878"/>
                      <a:pt x="210" y="906"/>
                      <a:pt x="203" y="942"/>
                    </a:cubicBezTo>
                    <a:cubicBezTo>
                      <a:pt x="203" y="985"/>
                      <a:pt x="94" y="1130"/>
                      <a:pt x="80" y="1165"/>
                    </a:cubicBezTo>
                    <a:cubicBezTo>
                      <a:pt x="58" y="1201"/>
                      <a:pt x="87" y="1223"/>
                      <a:pt x="87" y="1266"/>
                    </a:cubicBezTo>
                    <a:cubicBezTo>
                      <a:pt x="80" y="1303"/>
                      <a:pt x="30" y="1389"/>
                      <a:pt x="15" y="1467"/>
                    </a:cubicBezTo>
                    <a:cubicBezTo>
                      <a:pt x="1" y="1546"/>
                      <a:pt x="51" y="1568"/>
                      <a:pt x="51" y="1568"/>
                    </a:cubicBezTo>
                    <a:cubicBezTo>
                      <a:pt x="51" y="1568"/>
                      <a:pt x="23" y="1691"/>
                      <a:pt x="15" y="1725"/>
                    </a:cubicBezTo>
                    <a:cubicBezTo>
                      <a:pt x="8" y="1762"/>
                      <a:pt x="51" y="1784"/>
                      <a:pt x="51" y="1784"/>
                    </a:cubicBezTo>
                    <a:cubicBezTo>
                      <a:pt x="51" y="1784"/>
                      <a:pt x="187" y="1834"/>
                      <a:pt x="339" y="1855"/>
                    </a:cubicBezTo>
                    <a:cubicBezTo>
                      <a:pt x="389" y="1655"/>
                      <a:pt x="455" y="1389"/>
                      <a:pt x="482" y="1165"/>
                    </a:cubicBezTo>
                    <a:cubicBezTo>
                      <a:pt x="489" y="1144"/>
                      <a:pt x="489" y="1122"/>
                      <a:pt x="489" y="1101"/>
                    </a:cubicBezTo>
                    <a:cubicBezTo>
                      <a:pt x="498" y="1072"/>
                      <a:pt x="498" y="1051"/>
                      <a:pt x="498" y="1028"/>
                    </a:cubicBezTo>
                    <a:cubicBezTo>
                      <a:pt x="505" y="1015"/>
                      <a:pt x="505" y="1001"/>
                      <a:pt x="505" y="985"/>
                    </a:cubicBezTo>
                    <a:cubicBezTo>
                      <a:pt x="505" y="949"/>
                      <a:pt x="512" y="915"/>
                      <a:pt x="512" y="885"/>
                    </a:cubicBezTo>
                    <a:cubicBezTo>
                      <a:pt x="512" y="856"/>
                      <a:pt x="518" y="842"/>
                      <a:pt x="518" y="820"/>
                    </a:cubicBezTo>
                    <a:cubicBezTo>
                      <a:pt x="525" y="727"/>
                      <a:pt x="525" y="656"/>
                      <a:pt x="532" y="597"/>
                    </a:cubicBezTo>
                    <a:lnTo>
                      <a:pt x="525" y="597"/>
                    </a:lnTo>
                    <a:cubicBezTo>
                      <a:pt x="532" y="576"/>
                      <a:pt x="532" y="554"/>
                      <a:pt x="532" y="533"/>
                    </a:cubicBezTo>
                    <a:cubicBezTo>
                      <a:pt x="532" y="454"/>
                      <a:pt x="525" y="397"/>
                      <a:pt x="512" y="338"/>
                    </a:cubicBezTo>
                    <a:cubicBezTo>
                      <a:pt x="512" y="325"/>
                      <a:pt x="512" y="311"/>
                      <a:pt x="505" y="295"/>
                    </a:cubicBezTo>
                    <a:lnTo>
                      <a:pt x="505" y="275"/>
                    </a:lnTo>
                    <a:cubicBezTo>
                      <a:pt x="505" y="268"/>
                      <a:pt x="498" y="259"/>
                      <a:pt x="498" y="252"/>
                    </a:cubicBezTo>
                    <a:lnTo>
                      <a:pt x="498" y="231"/>
                    </a:lnTo>
                    <a:cubicBezTo>
                      <a:pt x="482" y="159"/>
                      <a:pt x="468" y="73"/>
                      <a:pt x="4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0" name="Google Shape;2340;p51"/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" h="65" extrusionOk="0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1" name="Google Shape;2341;p51"/>
              <p:cNvSpPr/>
              <p:nvPr/>
            </p:nvSpPr>
            <p:spPr>
              <a:xfrm>
                <a:off x="4496560" y="2741359"/>
                <a:ext cx="75223" cy="14439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620" extrusionOk="0">
                    <a:moveTo>
                      <a:pt x="323" y="0"/>
                    </a:moveTo>
                    <a:lnTo>
                      <a:pt x="323" y="0"/>
                    </a:lnTo>
                    <a:cubicBezTo>
                      <a:pt x="286" y="36"/>
                      <a:pt x="207" y="130"/>
                      <a:pt x="93" y="354"/>
                    </a:cubicBezTo>
                    <a:cubicBezTo>
                      <a:pt x="71" y="404"/>
                      <a:pt x="35" y="497"/>
                      <a:pt x="0" y="620"/>
                    </a:cubicBezTo>
                    <a:cubicBezTo>
                      <a:pt x="21" y="583"/>
                      <a:pt x="43" y="540"/>
                      <a:pt x="64" y="504"/>
                    </a:cubicBezTo>
                    <a:cubicBezTo>
                      <a:pt x="78" y="483"/>
                      <a:pt x="86" y="468"/>
                      <a:pt x="100" y="447"/>
                    </a:cubicBezTo>
                    <a:cubicBezTo>
                      <a:pt x="114" y="418"/>
                      <a:pt x="129" y="397"/>
                      <a:pt x="143" y="375"/>
                    </a:cubicBezTo>
                    <a:cubicBezTo>
                      <a:pt x="193" y="274"/>
                      <a:pt x="259" y="73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2" name="Google Shape;2342;p51"/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3" name="Google Shape;2343;p51"/>
              <p:cNvSpPr/>
              <p:nvPr/>
            </p:nvSpPr>
            <p:spPr>
              <a:xfrm>
                <a:off x="4205219" y="3526652"/>
                <a:ext cx="418499" cy="1193548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5125" extrusionOk="0">
                    <a:moveTo>
                      <a:pt x="956" y="1"/>
                    </a:moveTo>
                    <a:cubicBezTo>
                      <a:pt x="934" y="137"/>
                      <a:pt x="884" y="396"/>
                      <a:pt x="827" y="691"/>
                    </a:cubicBezTo>
                    <a:cubicBezTo>
                      <a:pt x="820" y="718"/>
                      <a:pt x="811" y="748"/>
                      <a:pt x="811" y="784"/>
                    </a:cubicBezTo>
                    <a:cubicBezTo>
                      <a:pt x="804" y="805"/>
                      <a:pt x="804" y="820"/>
                      <a:pt x="797" y="841"/>
                    </a:cubicBezTo>
                    <a:cubicBezTo>
                      <a:pt x="790" y="877"/>
                      <a:pt x="784" y="913"/>
                      <a:pt x="777" y="941"/>
                    </a:cubicBezTo>
                    <a:cubicBezTo>
                      <a:pt x="668" y="1538"/>
                      <a:pt x="539" y="2214"/>
                      <a:pt x="489" y="2487"/>
                    </a:cubicBezTo>
                    <a:cubicBezTo>
                      <a:pt x="395" y="3011"/>
                      <a:pt x="207" y="4291"/>
                      <a:pt x="0" y="4888"/>
                    </a:cubicBezTo>
                    <a:lnTo>
                      <a:pt x="28" y="4902"/>
                    </a:lnTo>
                    <a:lnTo>
                      <a:pt x="568" y="5111"/>
                    </a:lnTo>
                    <a:lnTo>
                      <a:pt x="595" y="5124"/>
                    </a:lnTo>
                    <a:cubicBezTo>
                      <a:pt x="595" y="5124"/>
                      <a:pt x="1156" y="3975"/>
                      <a:pt x="1236" y="3644"/>
                    </a:cubicBezTo>
                    <a:cubicBezTo>
                      <a:pt x="1322" y="3306"/>
                      <a:pt x="1380" y="2811"/>
                      <a:pt x="1437" y="2645"/>
                    </a:cubicBezTo>
                    <a:cubicBezTo>
                      <a:pt x="1474" y="2530"/>
                      <a:pt x="1653" y="2062"/>
                      <a:pt x="1796" y="1690"/>
                    </a:cubicBezTo>
                    <a:cubicBezTo>
                      <a:pt x="1682" y="1093"/>
                      <a:pt x="1553" y="410"/>
                      <a:pt x="1501" y="137"/>
                    </a:cubicBezTo>
                    <a:cubicBezTo>
                      <a:pt x="1322" y="115"/>
                      <a:pt x="1142" y="72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4" name="Google Shape;2344;p51"/>
              <p:cNvSpPr/>
              <p:nvPr/>
            </p:nvSpPr>
            <p:spPr>
              <a:xfrm>
                <a:off x="4174944" y="4668028"/>
                <a:ext cx="162555" cy="20796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893" extrusionOk="0">
                    <a:moveTo>
                      <a:pt x="158" y="1"/>
                    </a:moveTo>
                    <a:lnTo>
                      <a:pt x="1" y="491"/>
                    </a:lnTo>
                    <a:lnTo>
                      <a:pt x="15" y="491"/>
                    </a:lnTo>
                    <a:cubicBezTo>
                      <a:pt x="58" y="511"/>
                      <a:pt x="87" y="591"/>
                      <a:pt x="15" y="655"/>
                    </a:cubicBezTo>
                    <a:cubicBezTo>
                      <a:pt x="44" y="663"/>
                      <a:pt x="65" y="684"/>
                      <a:pt x="87" y="713"/>
                    </a:cubicBezTo>
                    <a:cubicBezTo>
                      <a:pt x="137" y="770"/>
                      <a:pt x="201" y="827"/>
                      <a:pt x="280" y="856"/>
                    </a:cubicBezTo>
                    <a:cubicBezTo>
                      <a:pt x="330" y="879"/>
                      <a:pt x="367" y="879"/>
                      <a:pt x="389" y="893"/>
                    </a:cubicBezTo>
                    <a:lnTo>
                      <a:pt x="698" y="210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5" name="Google Shape;2345;p51"/>
              <p:cNvSpPr/>
              <p:nvPr/>
            </p:nvSpPr>
            <p:spPr>
              <a:xfrm>
                <a:off x="4012389" y="4805431"/>
                <a:ext cx="28645" cy="2887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24" extrusionOk="0">
                    <a:moveTo>
                      <a:pt x="72" y="0"/>
                    </a:moveTo>
                    <a:cubicBezTo>
                      <a:pt x="14" y="0"/>
                      <a:pt x="0" y="37"/>
                      <a:pt x="0" y="37"/>
                    </a:cubicBezTo>
                    <a:cubicBezTo>
                      <a:pt x="9" y="51"/>
                      <a:pt x="23" y="80"/>
                      <a:pt x="30" y="123"/>
                    </a:cubicBezTo>
                    <a:cubicBezTo>
                      <a:pt x="30" y="123"/>
                      <a:pt x="36" y="73"/>
                      <a:pt x="109" y="65"/>
                    </a:cubicBezTo>
                    <a:lnTo>
                      <a:pt x="123" y="65"/>
                    </a:lnTo>
                    <a:lnTo>
                      <a:pt x="109" y="1"/>
                    </a:lnTo>
                    <a:lnTo>
                      <a:pt x="87" y="1"/>
                    </a:lnTo>
                    <a:cubicBezTo>
                      <a:pt x="81" y="0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6" name="Google Shape;2346;p51"/>
              <p:cNvSpPr/>
              <p:nvPr/>
            </p:nvSpPr>
            <p:spPr>
              <a:xfrm>
                <a:off x="4052446" y="4803801"/>
                <a:ext cx="20494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8" h="65" extrusionOk="0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  <a:lnTo>
                      <a:pt x="16" y="65"/>
                    </a:lnTo>
                    <a:lnTo>
                      <a:pt x="87" y="6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7" name="Google Shape;2347;p51"/>
              <p:cNvSpPr/>
              <p:nvPr/>
            </p:nvSpPr>
            <p:spPr>
              <a:xfrm>
                <a:off x="4084584" y="4802171"/>
                <a:ext cx="18398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79" h="72" extrusionOk="0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  <a:lnTo>
                      <a:pt x="15" y="72"/>
                    </a:lnTo>
                    <a:cubicBezTo>
                      <a:pt x="35" y="72"/>
                      <a:pt x="58" y="65"/>
                      <a:pt x="78" y="65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8" name="Google Shape;2348;p51"/>
              <p:cNvSpPr/>
              <p:nvPr/>
            </p:nvSpPr>
            <p:spPr>
              <a:xfrm>
                <a:off x="4114859" y="4798677"/>
                <a:ext cx="20261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87" h="80" extrusionOk="0">
                    <a:moveTo>
                      <a:pt x="43" y="0"/>
                    </a:moveTo>
                    <a:cubicBezTo>
                      <a:pt x="35" y="7"/>
                      <a:pt x="21" y="7"/>
                      <a:pt x="14" y="7"/>
                    </a:cubicBezTo>
                    <a:lnTo>
                      <a:pt x="0" y="7"/>
                    </a:lnTo>
                    <a:lnTo>
                      <a:pt x="14" y="80"/>
                    </a:lnTo>
                    <a:lnTo>
                      <a:pt x="86" y="8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9" name="Google Shape;2349;p51"/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0" name="Google Shape;2350;p51"/>
              <p:cNvSpPr/>
              <p:nvPr/>
            </p:nvSpPr>
            <p:spPr>
              <a:xfrm>
                <a:off x="3887096" y="4840364"/>
                <a:ext cx="363304" cy="171172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735" extrusionOk="0">
                    <a:moveTo>
                      <a:pt x="64" y="1"/>
                    </a:moveTo>
                    <a:lnTo>
                      <a:pt x="0" y="146"/>
                    </a:lnTo>
                    <a:lnTo>
                      <a:pt x="1496" y="734"/>
                    </a:lnTo>
                    <a:lnTo>
                      <a:pt x="1560" y="598"/>
                    </a:lnTo>
                    <a:lnTo>
                      <a:pt x="538" y="189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1" name="Google Shape;2351;p51"/>
              <p:cNvSpPr/>
              <p:nvPr/>
            </p:nvSpPr>
            <p:spPr>
              <a:xfrm>
                <a:off x="3901768" y="4807993"/>
                <a:ext cx="119238" cy="7638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328" extrusionOk="0">
                    <a:moveTo>
                      <a:pt x="306" y="1"/>
                    </a:moveTo>
                    <a:cubicBezTo>
                      <a:pt x="61" y="1"/>
                      <a:pt x="1" y="140"/>
                      <a:pt x="1" y="140"/>
                    </a:cubicBezTo>
                    <a:lnTo>
                      <a:pt x="475" y="328"/>
                    </a:lnTo>
                    <a:cubicBezTo>
                      <a:pt x="511" y="242"/>
                      <a:pt x="511" y="162"/>
                      <a:pt x="505" y="112"/>
                    </a:cubicBezTo>
                    <a:cubicBezTo>
                      <a:pt x="498" y="69"/>
                      <a:pt x="484" y="40"/>
                      <a:pt x="475" y="26"/>
                    </a:cubicBezTo>
                    <a:lnTo>
                      <a:pt x="475" y="19"/>
                    </a:lnTo>
                    <a:cubicBezTo>
                      <a:pt x="411" y="6"/>
                      <a:pt x="355" y="1"/>
                      <a:pt x="3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2" name="Google Shape;2352;p51"/>
              <p:cNvSpPr/>
              <p:nvPr/>
            </p:nvSpPr>
            <p:spPr>
              <a:xfrm>
                <a:off x="4012389" y="4817075"/>
                <a:ext cx="261300" cy="16255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98" extrusionOk="0">
                    <a:moveTo>
                      <a:pt x="388" y="1"/>
                    </a:moveTo>
                    <a:cubicBezTo>
                      <a:pt x="368" y="1"/>
                      <a:pt x="345" y="8"/>
                      <a:pt x="325" y="8"/>
                    </a:cubicBezTo>
                    <a:lnTo>
                      <a:pt x="345" y="87"/>
                    </a:lnTo>
                    <a:cubicBezTo>
                      <a:pt x="345" y="101"/>
                      <a:pt x="338" y="116"/>
                      <a:pt x="318" y="123"/>
                    </a:cubicBezTo>
                    <a:lnTo>
                      <a:pt x="311" y="123"/>
                    </a:lnTo>
                    <a:cubicBezTo>
                      <a:pt x="295" y="123"/>
                      <a:pt x="281" y="116"/>
                      <a:pt x="281" y="101"/>
                    </a:cubicBezTo>
                    <a:lnTo>
                      <a:pt x="259" y="8"/>
                    </a:lnTo>
                    <a:lnTo>
                      <a:pt x="188" y="8"/>
                    </a:lnTo>
                    <a:lnTo>
                      <a:pt x="209" y="80"/>
                    </a:lnTo>
                    <a:cubicBezTo>
                      <a:pt x="209" y="94"/>
                      <a:pt x="202" y="116"/>
                      <a:pt x="181" y="116"/>
                    </a:cubicBezTo>
                    <a:cubicBezTo>
                      <a:pt x="181" y="123"/>
                      <a:pt x="181" y="123"/>
                      <a:pt x="173" y="123"/>
                    </a:cubicBezTo>
                    <a:cubicBezTo>
                      <a:pt x="159" y="123"/>
                      <a:pt x="145" y="110"/>
                      <a:pt x="145" y="94"/>
                    </a:cubicBezTo>
                    <a:lnTo>
                      <a:pt x="123" y="15"/>
                    </a:lnTo>
                    <a:lnTo>
                      <a:pt x="109" y="15"/>
                    </a:lnTo>
                    <a:cubicBezTo>
                      <a:pt x="36" y="23"/>
                      <a:pt x="30" y="73"/>
                      <a:pt x="30" y="73"/>
                    </a:cubicBezTo>
                    <a:cubicBezTo>
                      <a:pt x="36" y="123"/>
                      <a:pt x="36" y="203"/>
                      <a:pt x="0" y="289"/>
                    </a:cubicBezTo>
                    <a:lnTo>
                      <a:pt x="1022" y="698"/>
                    </a:lnTo>
                    <a:cubicBezTo>
                      <a:pt x="1108" y="548"/>
                      <a:pt x="1122" y="353"/>
                      <a:pt x="1108" y="296"/>
                    </a:cubicBezTo>
                    <a:cubicBezTo>
                      <a:pt x="1108" y="289"/>
                      <a:pt x="1108" y="282"/>
                      <a:pt x="1101" y="273"/>
                    </a:cubicBezTo>
                    <a:lnTo>
                      <a:pt x="1101" y="266"/>
                    </a:lnTo>
                    <a:cubicBezTo>
                      <a:pt x="1094" y="260"/>
                      <a:pt x="1087" y="253"/>
                      <a:pt x="1087" y="253"/>
                    </a:cubicBezTo>
                    <a:cubicBezTo>
                      <a:pt x="1065" y="239"/>
                      <a:pt x="1028" y="239"/>
                      <a:pt x="978" y="216"/>
                    </a:cubicBezTo>
                    <a:cubicBezTo>
                      <a:pt x="899" y="187"/>
                      <a:pt x="835" y="130"/>
                      <a:pt x="785" y="73"/>
                    </a:cubicBezTo>
                    <a:cubicBezTo>
                      <a:pt x="763" y="44"/>
                      <a:pt x="742" y="23"/>
                      <a:pt x="713" y="15"/>
                    </a:cubicBezTo>
                    <a:cubicBezTo>
                      <a:pt x="713" y="8"/>
                      <a:pt x="706" y="8"/>
                      <a:pt x="699" y="8"/>
                    </a:cubicBezTo>
                    <a:cubicBezTo>
                      <a:pt x="690" y="1"/>
                      <a:pt x="683" y="1"/>
                      <a:pt x="677" y="1"/>
                    </a:cubicBezTo>
                    <a:lnTo>
                      <a:pt x="590" y="1"/>
                    </a:lnTo>
                    <a:lnTo>
                      <a:pt x="620" y="94"/>
                    </a:lnTo>
                    <a:lnTo>
                      <a:pt x="620" y="101"/>
                    </a:lnTo>
                    <a:cubicBezTo>
                      <a:pt x="620" y="110"/>
                      <a:pt x="613" y="110"/>
                      <a:pt x="613" y="116"/>
                    </a:cubicBezTo>
                    <a:cubicBezTo>
                      <a:pt x="604" y="123"/>
                      <a:pt x="597" y="130"/>
                      <a:pt x="590" y="130"/>
                    </a:cubicBezTo>
                    <a:lnTo>
                      <a:pt x="583" y="130"/>
                    </a:lnTo>
                    <a:cubicBezTo>
                      <a:pt x="570" y="130"/>
                      <a:pt x="554" y="123"/>
                      <a:pt x="554" y="110"/>
                    </a:cubicBezTo>
                    <a:lnTo>
                      <a:pt x="526" y="1"/>
                    </a:lnTo>
                    <a:lnTo>
                      <a:pt x="454" y="1"/>
                    </a:lnTo>
                    <a:lnTo>
                      <a:pt x="475" y="87"/>
                    </a:lnTo>
                    <a:cubicBezTo>
                      <a:pt x="483" y="101"/>
                      <a:pt x="475" y="123"/>
                      <a:pt x="454" y="123"/>
                    </a:cubicBezTo>
                    <a:cubicBezTo>
                      <a:pt x="454" y="130"/>
                      <a:pt x="447" y="130"/>
                      <a:pt x="447" y="130"/>
                    </a:cubicBezTo>
                    <a:cubicBezTo>
                      <a:pt x="432" y="130"/>
                      <a:pt x="418" y="116"/>
                      <a:pt x="418" y="101"/>
                    </a:cubicBez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3" name="Google Shape;2353;p51"/>
              <p:cNvSpPr/>
              <p:nvPr/>
            </p:nvSpPr>
            <p:spPr>
              <a:xfrm>
                <a:off x="4144902" y="4782142"/>
                <a:ext cx="50537" cy="384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65" extrusionOk="0">
                    <a:moveTo>
                      <a:pt x="101" y="1"/>
                    </a:moveTo>
                    <a:cubicBezTo>
                      <a:pt x="78" y="8"/>
                      <a:pt x="57" y="28"/>
                      <a:pt x="21" y="44"/>
                    </a:cubicBezTo>
                    <a:cubicBezTo>
                      <a:pt x="14" y="44"/>
                      <a:pt x="7" y="51"/>
                      <a:pt x="1" y="51"/>
                    </a:cubicBezTo>
                    <a:lnTo>
                      <a:pt x="21" y="151"/>
                    </a:lnTo>
                    <a:lnTo>
                      <a:pt x="108" y="151"/>
                    </a:lnTo>
                    <a:cubicBezTo>
                      <a:pt x="114" y="151"/>
                      <a:pt x="121" y="151"/>
                      <a:pt x="130" y="158"/>
                    </a:cubicBezTo>
                    <a:cubicBezTo>
                      <a:pt x="137" y="158"/>
                      <a:pt x="144" y="158"/>
                      <a:pt x="144" y="165"/>
                    </a:cubicBezTo>
                    <a:cubicBezTo>
                      <a:pt x="216" y="101"/>
                      <a:pt x="187" y="21"/>
                      <a:pt x="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4" name="Google Shape;2354;p51"/>
              <p:cNvSpPr/>
              <p:nvPr/>
            </p:nvSpPr>
            <p:spPr>
              <a:xfrm>
                <a:off x="4168190" y="4782142"/>
                <a:ext cx="6987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30" h="1" fill="none" extrusionOk="0">
                    <a:moveTo>
                      <a:pt x="30" y="1"/>
                    </a:moveTo>
                    <a:lnTo>
                      <a:pt x="14" y="1"/>
                    </a:ln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5" name="Google Shape;2355;p51"/>
              <p:cNvSpPr/>
              <p:nvPr/>
            </p:nvSpPr>
            <p:spPr>
              <a:xfrm>
                <a:off x="4114859" y="4798677"/>
                <a:ext cx="14905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4" h="8" fill="none" extrusionOk="0">
                    <a:moveTo>
                      <a:pt x="0" y="7"/>
                    </a:moveTo>
                    <a:lnTo>
                      <a:pt x="14" y="7"/>
                    </a:lnTo>
                    <a:cubicBezTo>
                      <a:pt x="21" y="7"/>
                      <a:pt x="35" y="7"/>
                      <a:pt x="43" y="0"/>
                    </a:cubicBezTo>
                    <a:lnTo>
                      <a:pt x="64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6" name="Google Shape;2356;p51"/>
              <p:cNvSpPr/>
              <p:nvPr/>
            </p:nvSpPr>
            <p:spPr>
              <a:xfrm>
                <a:off x="4052446" y="4803801"/>
                <a:ext cx="15603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7" h="8" fill="none" extrusionOk="0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7" name="Google Shape;2357;p51"/>
              <p:cNvSpPr/>
              <p:nvPr/>
            </p:nvSpPr>
            <p:spPr>
              <a:xfrm>
                <a:off x="4012389" y="4803801"/>
                <a:ext cx="25385" cy="104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" fill="none" extrusionOk="0">
                    <a:moveTo>
                      <a:pt x="0" y="44"/>
                    </a:moveTo>
                    <a:cubicBezTo>
                      <a:pt x="0" y="44"/>
                      <a:pt x="16" y="1"/>
                      <a:pt x="87" y="8"/>
                    </a:cubicBezTo>
                    <a:lnTo>
                      <a:pt x="109" y="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8" name="Google Shape;2358;p51"/>
              <p:cNvSpPr/>
              <p:nvPr/>
            </p:nvSpPr>
            <p:spPr>
              <a:xfrm>
                <a:off x="4084584" y="4802171"/>
                <a:ext cx="15138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5" h="8" fill="none" extrusionOk="0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9" name="Google Shape;2359;p51"/>
              <p:cNvSpPr/>
              <p:nvPr/>
            </p:nvSpPr>
            <p:spPr>
              <a:xfrm>
                <a:off x="4036144" y="4792156"/>
                <a:ext cx="24919" cy="53797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31" extrusionOk="0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7" y="58"/>
                    </a:lnTo>
                    <a:lnTo>
                      <a:pt x="21" y="122"/>
                    </a:lnTo>
                    <a:lnTo>
                      <a:pt x="43" y="201"/>
                    </a:lnTo>
                    <a:cubicBezTo>
                      <a:pt x="43" y="217"/>
                      <a:pt x="57" y="230"/>
                      <a:pt x="71" y="230"/>
                    </a:cubicBezTo>
                    <a:cubicBezTo>
                      <a:pt x="79" y="230"/>
                      <a:pt x="79" y="230"/>
                      <a:pt x="79" y="223"/>
                    </a:cubicBezTo>
                    <a:cubicBezTo>
                      <a:pt x="100" y="223"/>
                      <a:pt x="107" y="201"/>
                      <a:pt x="107" y="187"/>
                    </a:cubicBezTo>
                    <a:lnTo>
                      <a:pt x="86" y="115"/>
                    </a:lnTo>
                    <a:lnTo>
                      <a:pt x="71" y="58"/>
                    </a:lnTo>
                    <a:lnTo>
                      <a:pt x="64" y="28"/>
                    </a:lnTo>
                    <a:cubicBezTo>
                      <a:pt x="64" y="15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0" name="Google Shape;2360;p51"/>
              <p:cNvSpPr/>
              <p:nvPr/>
            </p:nvSpPr>
            <p:spPr>
              <a:xfrm>
                <a:off x="4066186" y="4790293"/>
                <a:ext cx="26782" cy="556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39" extrusionOk="0">
                    <a:moveTo>
                      <a:pt x="28" y="0"/>
                    </a:moveTo>
                    <a:cubicBezTo>
                      <a:pt x="14" y="9"/>
                      <a:pt x="0" y="23"/>
                      <a:pt x="7" y="43"/>
                    </a:cubicBezTo>
                    <a:lnTo>
                      <a:pt x="7" y="59"/>
                    </a:lnTo>
                    <a:lnTo>
                      <a:pt x="28" y="123"/>
                    </a:lnTo>
                    <a:lnTo>
                      <a:pt x="50" y="216"/>
                    </a:lnTo>
                    <a:cubicBezTo>
                      <a:pt x="50" y="231"/>
                      <a:pt x="64" y="238"/>
                      <a:pt x="80" y="238"/>
                    </a:cubicBezTo>
                    <a:lnTo>
                      <a:pt x="87" y="238"/>
                    </a:lnTo>
                    <a:cubicBezTo>
                      <a:pt x="107" y="231"/>
                      <a:pt x="114" y="216"/>
                      <a:pt x="114" y="202"/>
                    </a:cubicBezTo>
                    <a:lnTo>
                      <a:pt x="94" y="123"/>
                    </a:lnTo>
                    <a:lnTo>
                      <a:pt x="80" y="59"/>
                    </a:lnTo>
                    <a:lnTo>
                      <a:pt x="64" y="23"/>
                    </a:lnTo>
                    <a:cubicBezTo>
                      <a:pt x="64" y="9"/>
                      <a:pt x="50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1" name="Google Shape;2361;p51"/>
              <p:cNvSpPr/>
              <p:nvPr/>
            </p:nvSpPr>
            <p:spPr>
              <a:xfrm>
                <a:off x="4096228" y="4788663"/>
                <a:ext cx="28878" cy="58921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53" extrusionOk="0">
                    <a:moveTo>
                      <a:pt x="28" y="0"/>
                    </a:moveTo>
                    <a:cubicBezTo>
                      <a:pt x="15" y="0"/>
                      <a:pt x="1" y="23"/>
                      <a:pt x="8" y="37"/>
                    </a:cubicBezTo>
                    <a:lnTo>
                      <a:pt x="15" y="59"/>
                    </a:lnTo>
                    <a:lnTo>
                      <a:pt x="28" y="123"/>
                    </a:lnTo>
                    <a:lnTo>
                      <a:pt x="58" y="223"/>
                    </a:lnTo>
                    <a:cubicBezTo>
                      <a:pt x="58" y="238"/>
                      <a:pt x="72" y="252"/>
                      <a:pt x="87" y="252"/>
                    </a:cubicBezTo>
                    <a:cubicBezTo>
                      <a:pt x="87" y="252"/>
                      <a:pt x="94" y="252"/>
                      <a:pt x="94" y="245"/>
                    </a:cubicBezTo>
                    <a:cubicBezTo>
                      <a:pt x="115" y="245"/>
                      <a:pt x="123" y="223"/>
                      <a:pt x="115" y="209"/>
                    </a:cubicBezTo>
                    <a:lnTo>
                      <a:pt x="94" y="123"/>
                    </a:lnTo>
                    <a:lnTo>
                      <a:pt x="80" y="50"/>
                    </a:lnTo>
                    <a:lnTo>
                      <a:pt x="72" y="23"/>
                    </a:lnTo>
                    <a:cubicBezTo>
                      <a:pt x="65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2" name="Google Shape;2362;p51"/>
              <p:cNvSpPr/>
              <p:nvPr/>
            </p:nvSpPr>
            <p:spPr>
              <a:xfrm>
                <a:off x="4128134" y="4785403"/>
                <a:ext cx="28645" cy="62181"/>
              </a:xfrm>
              <a:custGeom>
                <a:avLst/>
                <a:gdLst/>
                <a:ahLst/>
                <a:cxnLst/>
                <a:rect l="l" t="t" r="r" b="b"/>
                <a:pathLst>
                  <a:path w="123" h="267" extrusionOk="0">
                    <a:moveTo>
                      <a:pt x="29" y="1"/>
                    </a:moveTo>
                    <a:cubicBezTo>
                      <a:pt x="7" y="7"/>
                      <a:pt x="0" y="21"/>
                      <a:pt x="0" y="44"/>
                    </a:cubicBezTo>
                    <a:lnTo>
                      <a:pt x="7" y="57"/>
                    </a:lnTo>
                    <a:lnTo>
                      <a:pt x="29" y="137"/>
                    </a:lnTo>
                    <a:lnTo>
                      <a:pt x="57" y="246"/>
                    </a:lnTo>
                    <a:cubicBezTo>
                      <a:pt x="57" y="259"/>
                      <a:pt x="73" y="266"/>
                      <a:pt x="86" y="266"/>
                    </a:cubicBezTo>
                    <a:lnTo>
                      <a:pt x="93" y="266"/>
                    </a:lnTo>
                    <a:cubicBezTo>
                      <a:pt x="100" y="266"/>
                      <a:pt x="107" y="259"/>
                      <a:pt x="116" y="252"/>
                    </a:cubicBezTo>
                    <a:lnTo>
                      <a:pt x="123" y="237"/>
                    </a:lnTo>
                    <a:lnTo>
                      <a:pt x="123" y="230"/>
                    </a:lnTo>
                    <a:lnTo>
                      <a:pt x="93" y="137"/>
                    </a:lnTo>
                    <a:lnTo>
                      <a:pt x="73" y="37"/>
                    </a:lnTo>
                    <a:lnTo>
                      <a:pt x="64" y="30"/>
                    </a:lnTo>
                    <a:cubicBezTo>
                      <a:pt x="64" y="14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3" name="Google Shape;2363;p51"/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4" name="Google Shape;2364;p51"/>
              <p:cNvSpPr/>
              <p:nvPr/>
            </p:nvSpPr>
            <p:spPr>
              <a:xfrm>
                <a:off x="4774161" y="4699933"/>
                <a:ext cx="134376" cy="176063"/>
              </a:xfrm>
              <a:custGeom>
                <a:avLst/>
                <a:gdLst/>
                <a:ahLst/>
                <a:cxnLst/>
                <a:rect l="l" t="t" r="r" b="b"/>
                <a:pathLst>
                  <a:path w="577" h="756" extrusionOk="0">
                    <a:moveTo>
                      <a:pt x="0" y="0"/>
                    </a:moveTo>
                    <a:lnTo>
                      <a:pt x="29" y="518"/>
                    </a:lnTo>
                    <a:cubicBezTo>
                      <a:pt x="36" y="511"/>
                      <a:pt x="36" y="511"/>
                      <a:pt x="43" y="511"/>
                    </a:cubicBezTo>
                    <a:lnTo>
                      <a:pt x="50" y="511"/>
                    </a:lnTo>
                    <a:cubicBezTo>
                      <a:pt x="93" y="518"/>
                      <a:pt x="152" y="583"/>
                      <a:pt x="109" y="663"/>
                    </a:cubicBezTo>
                    <a:cubicBezTo>
                      <a:pt x="136" y="663"/>
                      <a:pt x="166" y="676"/>
                      <a:pt x="195" y="690"/>
                    </a:cubicBezTo>
                    <a:cubicBezTo>
                      <a:pt x="259" y="726"/>
                      <a:pt x="345" y="756"/>
                      <a:pt x="431" y="756"/>
                    </a:cubicBezTo>
                    <a:lnTo>
                      <a:pt x="474" y="756"/>
                    </a:lnTo>
                    <a:cubicBezTo>
                      <a:pt x="481" y="749"/>
                      <a:pt x="490" y="749"/>
                      <a:pt x="497" y="749"/>
                    </a:cubicBezTo>
                    <a:lnTo>
                      <a:pt x="540" y="749"/>
                    </a:lnTo>
                    <a:lnTo>
                      <a:pt x="576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5" name="Google Shape;2365;p51"/>
              <p:cNvSpPr/>
              <p:nvPr/>
            </p:nvSpPr>
            <p:spPr>
              <a:xfrm>
                <a:off x="4641881" y="4892763"/>
                <a:ext cx="28645" cy="3353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44" extrusionOk="0">
                    <a:moveTo>
                      <a:pt x="87" y="0"/>
                    </a:moveTo>
                    <a:cubicBezTo>
                      <a:pt x="80" y="0"/>
                      <a:pt x="73" y="0"/>
                      <a:pt x="66" y="7"/>
                    </a:cubicBezTo>
                    <a:cubicBezTo>
                      <a:pt x="1" y="28"/>
                      <a:pt x="7" y="71"/>
                      <a:pt x="7" y="71"/>
                    </a:cubicBezTo>
                    <a:cubicBezTo>
                      <a:pt x="14" y="86"/>
                      <a:pt x="37" y="107"/>
                      <a:pt x="57" y="143"/>
                    </a:cubicBezTo>
                    <a:cubicBezTo>
                      <a:pt x="57" y="143"/>
                      <a:pt x="44" y="93"/>
                      <a:pt x="116" y="57"/>
                    </a:cubicBezTo>
                    <a:cubicBezTo>
                      <a:pt x="116" y="57"/>
                      <a:pt x="123" y="57"/>
                      <a:pt x="123" y="5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6" name="Google Shape;2366;p51"/>
              <p:cNvSpPr/>
              <p:nvPr/>
            </p:nvSpPr>
            <p:spPr>
              <a:xfrm>
                <a:off x="4677280" y="4880653"/>
                <a:ext cx="21891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94" h="80" extrusionOk="0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  <a:lnTo>
                      <a:pt x="35" y="80"/>
                    </a:lnTo>
                    <a:lnTo>
                      <a:pt x="43" y="73"/>
                    </a:lnTo>
                    <a:cubicBezTo>
                      <a:pt x="50" y="73"/>
                      <a:pt x="57" y="66"/>
                      <a:pt x="64" y="66"/>
                    </a:cubicBezTo>
                    <a:cubicBezTo>
                      <a:pt x="71" y="59"/>
                      <a:pt x="87" y="59"/>
                      <a:pt x="93" y="52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7" name="Google Shape;2367;p51"/>
              <p:cNvSpPr/>
              <p:nvPr/>
            </p:nvSpPr>
            <p:spPr>
              <a:xfrm>
                <a:off x="4705459" y="4867379"/>
                <a:ext cx="23755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102" h="80" extrusionOk="0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  <a:lnTo>
                      <a:pt x="36" y="80"/>
                    </a:lnTo>
                    <a:cubicBezTo>
                      <a:pt x="59" y="73"/>
                      <a:pt x="79" y="66"/>
                      <a:pt x="102" y="57"/>
                    </a:cubicBez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8" name="Google Shape;2368;p51"/>
              <p:cNvSpPr/>
              <p:nvPr/>
            </p:nvSpPr>
            <p:spPr>
              <a:xfrm>
                <a:off x="4732241" y="4852474"/>
                <a:ext cx="25618" cy="21891"/>
              </a:xfrm>
              <a:custGeom>
                <a:avLst/>
                <a:gdLst/>
                <a:ahLst/>
                <a:cxnLst/>
                <a:rect l="l" t="t" r="r" b="b"/>
                <a:pathLst>
                  <a:path w="110" h="94" extrusionOk="0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  <a:lnTo>
                      <a:pt x="44" y="94"/>
                    </a:lnTo>
                    <a:cubicBezTo>
                      <a:pt x="66" y="87"/>
                      <a:pt x="87" y="71"/>
                      <a:pt x="109" y="64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9" name="Google Shape;2369;p51"/>
              <p:cNvSpPr/>
              <p:nvPr/>
            </p:nvSpPr>
            <p:spPr>
              <a:xfrm>
                <a:off x="4548261" y="4976137"/>
                <a:ext cx="376579" cy="35399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52" extrusionOk="0">
                    <a:moveTo>
                      <a:pt x="7" y="1"/>
                    </a:moveTo>
                    <a:lnTo>
                      <a:pt x="1" y="151"/>
                    </a:lnTo>
                    <a:lnTo>
                      <a:pt x="1603" y="151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0" name="Google Shape;2370;p51"/>
              <p:cNvSpPr/>
              <p:nvPr/>
            </p:nvSpPr>
            <p:spPr>
              <a:xfrm>
                <a:off x="4549891" y="4907435"/>
                <a:ext cx="119238" cy="68935"/>
              </a:xfrm>
              <a:custGeom>
                <a:avLst/>
                <a:gdLst/>
                <a:ahLst/>
                <a:cxnLst/>
                <a:rect l="l" t="t" r="r" b="b"/>
                <a:pathLst>
                  <a:path w="512" h="296" extrusionOk="0">
                    <a:moveTo>
                      <a:pt x="396" y="1"/>
                    </a:moveTo>
                    <a:cubicBezTo>
                      <a:pt x="0" y="73"/>
                      <a:pt x="0" y="296"/>
                      <a:pt x="0" y="296"/>
                    </a:cubicBezTo>
                    <a:lnTo>
                      <a:pt x="511" y="296"/>
                    </a:lnTo>
                    <a:cubicBezTo>
                      <a:pt x="511" y="196"/>
                      <a:pt x="482" y="130"/>
                      <a:pt x="452" y="80"/>
                    </a:cubicBezTo>
                    <a:cubicBezTo>
                      <a:pt x="432" y="44"/>
                      <a:pt x="409" y="23"/>
                      <a:pt x="402" y="8"/>
                    </a:cubicBezTo>
                    <a:cubicBezTo>
                      <a:pt x="396" y="8"/>
                      <a:pt x="396" y="1"/>
                      <a:pt x="3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1" name="Google Shape;2371;p51"/>
              <p:cNvSpPr/>
              <p:nvPr/>
            </p:nvSpPr>
            <p:spPr>
              <a:xfrm>
                <a:off x="4651895" y="4854104"/>
                <a:ext cx="278301" cy="122266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525" extrusionOk="0">
                    <a:moveTo>
                      <a:pt x="634" y="1"/>
                    </a:moveTo>
                    <a:cubicBezTo>
                      <a:pt x="611" y="1"/>
                      <a:pt x="591" y="7"/>
                      <a:pt x="568" y="14"/>
                    </a:cubicBezTo>
                    <a:cubicBezTo>
                      <a:pt x="561" y="14"/>
                      <a:pt x="548" y="21"/>
                      <a:pt x="541" y="21"/>
                    </a:cubicBezTo>
                    <a:cubicBezTo>
                      <a:pt x="532" y="28"/>
                      <a:pt x="525" y="28"/>
                      <a:pt x="511" y="37"/>
                    </a:cubicBezTo>
                    <a:lnTo>
                      <a:pt x="568" y="107"/>
                    </a:lnTo>
                    <a:cubicBezTo>
                      <a:pt x="568" y="114"/>
                      <a:pt x="575" y="114"/>
                      <a:pt x="575" y="114"/>
                    </a:cubicBezTo>
                    <a:lnTo>
                      <a:pt x="575" y="137"/>
                    </a:lnTo>
                    <a:cubicBezTo>
                      <a:pt x="575" y="144"/>
                      <a:pt x="568" y="151"/>
                      <a:pt x="561" y="158"/>
                    </a:cubicBezTo>
                    <a:lnTo>
                      <a:pt x="541" y="158"/>
                    </a:lnTo>
                    <a:cubicBezTo>
                      <a:pt x="532" y="158"/>
                      <a:pt x="525" y="158"/>
                      <a:pt x="518" y="144"/>
                    </a:cubicBezTo>
                    <a:lnTo>
                      <a:pt x="454" y="57"/>
                    </a:lnTo>
                    <a:cubicBezTo>
                      <a:pt x="432" y="64"/>
                      <a:pt x="411" y="80"/>
                      <a:pt x="389" y="87"/>
                    </a:cubicBezTo>
                    <a:lnTo>
                      <a:pt x="439" y="158"/>
                    </a:lnTo>
                    <a:cubicBezTo>
                      <a:pt x="454" y="173"/>
                      <a:pt x="446" y="194"/>
                      <a:pt x="432" y="201"/>
                    </a:cubicBezTo>
                    <a:cubicBezTo>
                      <a:pt x="425" y="209"/>
                      <a:pt x="425" y="209"/>
                      <a:pt x="418" y="209"/>
                    </a:cubicBezTo>
                    <a:cubicBezTo>
                      <a:pt x="403" y="209"/>
                      <a:pt x="396" y="201"/>
                      <a:pt x="389" y="194"/>
                    </a:cubicBezTo>
                    <a:lnTo>
                      <a:pt x="332" y="114"/>
                    </a:lnTo>
                    <a:cubicBezTo>
                      <a:pt x="309" y="123"/>
                      <a:pt x="289" y="130"/>
                      <a:pt x="266" y="137"/>
                    </a:cubicBezTo>
                    <a:lnTo>
                      <a:pt x="309" y="201"/>
                    </a:lnTo>
                    <a:cubicBezTo>
                      <a:pt x="325" y="216"/>
                      <a:pt x="316" y="237"/>
                      <a:pt x="303" y="252"/>
                    </a:cubicBezTo>
                    <a:lnTo>
                      <a:pt x="289" y="252"/>
                    </a:lnTo>
                    <a:cubicBezTo>
                      <a:pt x="273" y="252"/>
                      <a:pt x="266" y="252"/>
                      <a:pt x="259" y="237"/>
                    </a:cubicBezTo>
                    <a:lnTo>
                      <a:pt x="202" y="166"/>
                    </a:lnTo>
                    <a:cubicBezTo>
                      <a:pt x="196" y="173"/>
                      <a:pt x="180" y="173"/>
                      <a:pt x="173" y="180"/>
                    </a:cubicBezTo>
                    <a:cubicBezTo>
                      <a:pt x="166" y="180"/>
                      <a:pt x="159" y="187"/>
                      <a:pt x="152" y="187"/>
                    </a:cubicBezTo>
                    <a:lnTo>
                      <a:pt x="144" y="194"/>
                    </a:lnTo>
                    <a:lnTo>
                      <a:pt x="187" y="252"/>
                    </a:lnTo>
                    <a:cubicBezTo>
                      <a:pt x="196" y="266"/>
                      <a:pt x="196" y="287"/>
                      <a:pt x="180" y="296"/>
                    </a:cubicBezTo>
                    <a:cubicBezTo>
                      <a:pt x="173" y="302"/>
                      <a:pt x="166" y="302"/>
                      <a:pt x="159" y="302"/>
                    </a:cubicBezTo>
                    <a:cubicBezTo>
                      <a:pt x="152" y="302"/>
                      <a:pt x="137" y="296"/>
                      <a:pt x="130" y="287"/>
                    </a:cubicBezTo>
                    <a:lnTo>
                      <a:pt x="87" y="216"/>
                    </a:lnTo>
                    <a:lnTo>
                      <a:pt x="80" y="216"/>
                    </a:lnTo>
                    <a:cubicBezTo>
                      <a:pt x="80" y="223"/>
                      <a:pt x="73" y="223"/>
                      <a:pt x="73" y="223"/>
                    </a:cubicBezTo>
                    <a:cubicBezTo>
                      <a:pt x="1" y="259"/>
                      <a:pt x="14" y="309"/>
                      <a:pt x="14" y="309"/>
                    </a:cubicBezTo>
                    <a:cubicBezTo>
                      <a:pt x="44" y="359"/>
                      <a:pt x="73" y="425"/>
                      <a:pt x="73" y="525"/>
                    </a:cubicBezTo>
                    <a:lnTo>
                      <a:pt x="1172" y="525"/>
                    </a:lnTo>
                    <a:cubicBezTo>
                      <a:pt x="1194" y="352"/>
                      <a:pt x="1136" y="173"/>
                      <a:pt x="1101" y="114"/>
                    </a:cubicBezTo>
                    <a:cubicBezTo>
                      <a:pt x="1101" y="114"/>
                      <a:pt x="1093" y="107"/>
                      <a:pt x="1093" y="101"/>
                    </a:cubicBezTo>
                    <a:cubicBezTo>
                      <a:pt x="1093" y="101"/>
                      <a:pt x="1086" y="101"/>
                      <a:pt x="1086" y="94"/>
                    </a:cubicBezTo>
                    <a:lnTo>
                      <a:pt x="1079" y="94"/>
                    </a:lnTo>
                    <a:lnTo>
                      <a:pt x="1072" y="87"/>
                    </a:lnTo>
                    <a:lnTo>
                      <a:pt x="1022" y="87"/>
                    </a:lnTo>
                    <a:cubicBezTo>
                      <a:pt x="1015" y="87"/>
                      <a:pt x="1006" y="87"/>
                      <a:pt x="999" y="94"/>
                    </a:cubicBezTo>
                    <a:lnTo>
                      <a:pt x="956" y="94"/>
                    </a:lnTo>
                    <a:cubicBezTo>
                      <a:pt x="870" y="94"/>
                      <a:pt x="784" y="64"/>
                      <a:pt x="720" y="28"/>
                    </a:cubicBezTo>
                    <a:cubicBezTo>
                      <a:pt x="691" y="14"/>
                      <a:pt x="661" y="1"/>
                      <a:pt x="6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2" name="Google Shape;2372;p51"/>
              <p:cNvSpPr/>
              <p:nvPr/>
            </p:nvSpPr>
            <p:spPr>
              <a:xfrm>
                <a:off x="4891303" y="4874132"/>
                <a:ext cx="7220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fill="none" extrusionOk="0">
                    <a:moveTo>
                      <a:pt x="1" y="1"/>
                    </a:moveTo>
                    <a:lnTo>
                      <a:pt x="30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3" name="Google Shape;2373;p51"/>
              <p:cNvSpPr/>
              <p:nvPr/>
            </p:nvSpPr>
            <p:spPr>
              <a:xfrm>
                <a:off x="4677280" y="4880653"/>
                <a:ext cx="13507" cy="5356"/>
              </a:xfrm>
              <a:custGeom>
                <a:avLst/>
                <a:gdLst/>
                <a:ahLst/>
                <a:cxnLst/>
                <a:rect l="l" t="t" r="r" b="b"/>
                <a:pathLst>
                  <a:path w="58" h="23" fill="none" extrusionOk="0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4" name="Google Shape;2374;p51"/>
              <p:cNvSpPr/>
              <p:nvPr/>
            </p:nvSpPr>
            <p:spPr>
              <a:xfrm>
                <a:off x="4732241" y="4852474"/>
                <a:ext cx="13507" cy="8384"/>
              </a:xfrm>
              <a:custGeom>
                <a:avLst/>
                <a:gdLst/>
                <a:ahLst/>
                <a:cxnLst/>
                <a:rect l="l" t="t" r="r" b="b"/>
                <a:pathLst>
                  <a:path w="58" h="36" fill="none" extrusionOk="0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5" name="Google Shape;2375;p51"/>
              <p:cNvSpPr/>
              <p:nvPr/>
            </p:nvSpPr>
            <p:spPr>
              <a:xfrm>
                <a:off x="4757626" y="4818705"/>
                <a:ext cx="51934" cy="44016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89" extrusionOk="0">
                    <a:moveTo>
                      <a:pt x="114" y="1"/>
                    </a:moveTo>
                    <a:cubicBezTo>
                      <a:pt x="107" y="1"/>
                      <a:pt x="107" y="1"/>
                      <a:pt x="100" y="8"/>
                    </a:cubicBezTo>
                    <a:lnTo>
                      <a:pt x="94" y="8"/>
                    </a:lnTo>
                    <a:lnTo>
                      <a:pt x="87" y="16"/>
                    </a:lnTo>
                    <a:cubicBezTo>
                      <a:pt x="87" y="16"/>
                      <a:pt x="78" y="16"/>
                      <a:pt x="78" y="23"/>
                    </a:cubicBezTo>
                    <a:cubicBezTo>
                      <a:pt x="78" y="23"/>
                      <a:pt x="71" y="23"/>
                      <a:pt x="71" y="30"/>
                    </a:cubicBezTo>
                    <a:lnTo>
                      <a:pt x="50" y="51"/>
                    </a:lnTo>
                    <a:lnTo>
                      <a:pt x="28" y="73"/>
                    </a:lnTo>
                    <a:cubicBezTo>
                      <a:pt x="21" y="80"/>
                      <a:pt x="21" y="87"/>
                      <a:pt x="14" y="87"/>
                    </a:cubicBezTo>
                    <a:cubicBezTo>
                      <a:pt x="7" y="94"/>
                      <a:pt x="7" y="103"/>
                      <a:pt x="0" y="103"/>
                    </a:cubicBezTo>
                    <a:lnTo>
                      <a:pt x="57" y="189"/>
                    </a:lnTo>
                    <a:cubicBezTo>
                      <a:pt x="71" y="180"/>
                      <a:pt x="78" y="180"/>
                      <a:pt x="87" y="173"/>
                    </a:cubicBezTo>
                    <a:cubicBezTo>
                      <a:pt x="94" y="173"/>
                      <a:pt x="107" y="166"/>
                      <a:pt x="114" y="166"/>
                    </a:cubicBezTo>
                    <a:cubicBezTo>
                      <a:pt x="137" y="159"/>
                      <a:pt x="157" y="153"/>
                      <a:pt x="180" y="153"/>
                    </a:cubicBezTo>
                    <a:cubicBezTo>
                      <a:pt x="223" y="73"/>
                      <a:pt x="164" y="8"/>
                      <a:pt x="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6" name="Google Shape;2376;p51"/>
              <p:cNvSpPr/>
              <p:nvPr/>
            </p:nvSpPr>
            <p:spPr>
              <a:xfrm>
                <a:off x="4779284" y="4820336"/>
                <a:ext cx="1863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8" h="1" fill="none" extrusionOk="0">
                    <a:moveTo>
                      <a:pt x="7" y="1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7" name="Google Shape;2377;p51"/>
              <p:cNvSpPr/>
              <p:nvPr/>
            </p:nvSpPr>
            <p:spPr>
              <a:xfrm>
                <a:off x="4769270" y="4825692"/>
                <a:ext cx="5124" cy="4891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fill="none" extrusionOk="0">
                    <a:moveTo>
                      <a:pt x="21" y="0"/>
                    </a:moveTo>
                    <a:lnTo>
                      <a:pt x="0" y="2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8" name="Google Shape;2378;p51"/>
              <p:cNvSpPr/>
              <p:nvPr/>
            </p:nvSpPr>
            <p:spPr>
              <a:xfrm>
                <a:off x="4705459" y="4867379"/>
                <a:ext cx="13740" cy="6987"/>
              </a:xfrm>
              <a:custGeom>
                <a:avLst/>
                <a:gdLst/>
                <a:ahLst/>
                <a:cxnLst/>
                <a:rect l="l" t="t" r="r" b="b"/>
                <a:pathLst>
                  <a:path w="59" h="30" fill="none" extrusionOk="0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9" name="Google Shape;2379;p51"/>
              <p:cNvSpPr/>
              <p:nvPr/>
            </p:nvSpPr>
            <p:spPr>
              <a:xfrm>
                <a:off x="4641881" y="4892763"/>
                <a:ext cx="20261" cy="16535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fill="none" extrusionOk="0">
                    <a:moveTo>
                      <a:pt x="7" y="71"/>
                    </a:moveTo>
                    <a:cubicBezTo>
                      <a:pt x="7" y="71"/>
                      <a:pt x="1" y="28"/>
                      <a:pt x="66" y="7"/>
                    </a:cubicBezTo>
                    <a:cubicBezTo>
                      <a:pt x="73" y="0"/>
                      <a:pt x="80" y="0"/>
                      <a:pt x="87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0" name="Google Shape;2380;p51"/>
              <p:cNvSpPr/>
              <p:nvPr/>
            </p:nvSpPr>
            <p:spPr>
              <a:xfrm>
                <a:off x="4658649" y="4877393"/>
                <a:ext cx="38892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167" h="203" extrusionOk="0">
                    <a:moveTo>
                      <a:pt x="37" y="1"/>
                    </a:moveTo>
                    <a:cubicBezTo>
                      <a:pt x="29" y="1"/>
                      <a:pt x="22" y="1"/>
                      <a:pt x="15" y="7"/>
                    </a:cubicBezTo>
                    <a:cubicBezTo>
                      <a:pt x="1" y="14"/>
                      <a:pt x="1" y="37"/>
                      <a:pt x="8" y="51"/>
                    </a:cubicBezTo>
                    <a:lnTo>
                      <a:pt x="15" y="66"/>
                    </a:lnTo>
                    <a:lnTo>
                      <a:pt x="51" y="116"/>
                    </a:lnTo>
                    <a:lnTo>
                      <a:pt x="58" y="116"/>
                    </a:lnTo>
                    <a:lnTo>
                      <a:pt x="101" y="187"/>
                    </a:lnTo>
                    <a:cubicBezTo>
                      <a:pt x="108" y="196"/>
                      <a:pt x="123" y="202"/>
                      <a:pt x="130" y="202"/>
                    </a:cubicBezTo>
                    <a:cubicBezTo>
                      <a:pt x="137" y="202"/>
                      <a:pt x="144" y="202"/>
                      <a:pt x="151" y="196"/>
                    </a:cubicBezTo>
                    <a:cubicBezTo>
                      <a:pt x="167" y="187"/>
                      <a:pt x="167" y="166"/>
                      <a:pt x="158" y="152"/>
                    </a:cubicBezTo>
                    <a:lnTo>
                      <a:pt x="115" y="94"/>
                    </a:lnTo>
                    <a:lnTo>
                      <a:pt x="80" y="37"/>
                    </a:lnTo>
                    <a:lnTo>
                      <a:pt x="58" y="14"/>
                    </a:lnTo>
                    <a:cubicBezTo>
                      <a:pt x="51" y="7"/>
                      <a:pt x="44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1" name="Google Shape;2381;p51"/>
              <p:cNvSpPr/>
              <p:nvPr/>
            </p:nvSpPr>
            <p:spPr>
              <a:xfrm>
                <a:off x="4685198" y="4864118"/>
                <a:ext cx="42386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182" h="210" extrusionOk="0">
                    <a:moveTo>
                      <a:pt x="37" y="1"/>
                    </a:moveTo>
                    <a:cubicBezTo>
                      <a:pt x="30" y="1"/>
                      <a:pt x="23" y="1"/>
                      <a:pt x="23" y="8"/>
                    </a:cubicBezTo>
                    <a:cubicBezTo>
                      <a:pt x="9" y="14"/>
                      <a:pt x="1" y="37"/>
                      <a:pt x="16" y="51"/>
                    </a:cubicBezTo>
                    <a:lnTo>
                      <a:pt x="23" y="71"/>
                    </a:lnTo>
                    <a:lnTo>
                      <a:pt x="59" y="123"/>
                    </a:lnTo>
                    <a:lnTo>
                      <a:pt x="116" y="194"/>
                    </a:lnTo>
                    <a:cubicBezTo>
                      <a:pt x="123" y="209"/>
                      <a:pt x="130" y="209"/>
                      <a:pt x="146" y="209"/>
                    </a:cubicBezTo>
                    <a:lnTo>
                      <a:pt x="160" y="209"/>
                    </a:lnTo>
                    <a:cubicBezTo>
                      <a:pt x="173" y="194"/>
                      <a:pt x="182" y="173"/>
                      <a:pt x="166" y="158"/>
                    </a:cubicBezTo>
                    <a:lnTo>
                      <a:pt x="123" y="94"/>
                    </a:lnTo>
                    <a:lnTo>
                      <a:pt x="87" y="44"/>
                    </a:lnTo>
                    <a:lnTo>
                      <a:pt x="66" y="14"/>
                    </a:lnTo>
                    <a:cubicBezTo>
                      <a:pt x="59" y="8"/>
                      <a:pt x="53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2" name="Google Shape;2382;p51"/>
              <p:cNvSpPr/>
              <p:nvPr/>
            </p:nvSpPr>
            <p:spPr>
              <a:xfrm>
                <a:off x="4713843" y="4850611"/>
                <a:ext cx="44016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5" extrusionOk="0">
                    <a:moveTo>
                      <a:pt x="37" y="0"/>
                    </a:moveTo>
                    <a:cubicBezTo>
                      <a:pt x="30" y="0"/>
                      <a:pt x="23" y="0"/>
                      <a:pt x="16" y="9"/>
                    </a:cubicBezTo>
                    <a:cubicBezTo>
                      <a:pt x="0" y="16"/>
                      <a:pt x="0" y="36"/>
                      <a:pt x="7" y="52"/>
                    </a:cubicBezTo>
                    <a:lnTo>
                      <a:pt x="23" y="72"/>
                    </a:lnTo>
                    <a:lnTo>
                      <a:pt x="66" y="129"/>
                    </a:lnTo>
                    <a:lnTo>
                      <a:pt x="123" y="209"/>
                    </a:lnTo>
                    <a:cubicBezTo>
                      <a:pt x="130" y="216"/>
                      <a:pt x="137" y="224"/>
                      <a:pt x="152" y="224"/>
                    </a:cubicBezTo>
                    <a:cubicBezTo>
                      <a:pt x="159" y="224"/>
                      <a:pt x="159" y="224"/>
                      <a:pt x="166" y="216"/>
                    </a:cubicBezTo>
                    <a:cubicBezTo>
                      <a:pt x="180" y="209"/>
                      <a:pt x="188" y="188"/>
                      <a:pt x="173" y="173"/>
                    </a:cubicBezTo>
                    <a:lnTo>
                      <a:pt x="123" y="102"/>
                    </a:lnTo>
                    <a:lnTo>
                      <a:pt x="80" y="43"/>
                    </a:lnTo>
                    <a:lnTo>
                      <a:pt x="59" y="16"/>
                    </a:lnTo>
                    <a:cubicBezTo>
                      <a:pt x="59" y="9"/>
                      <a:pt x="43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3" name="Google Shape;2383;p51"/>
              <p:cNvSpPr/>
              <p:nvPr/>
            </p:nvSpPr>
            <p:spPr>
              <a:xfrm>
                <a:off x="4740625" y="4837336"/>
                <a:ext cx="45413" cy="53564"/>
              </a:xfrm>
              <a:custGeom>
                <a:avLst/>
                <a:gdLst/>
                <a:ahLst/>
                <a:cxnLst/>
                <a:rect l="l" t="t" r="r" b="b"/>
                <a:pathLst>
                  <a:path w="195" h="230" extrusionOk="0">
                    <a:moveTo>
                      <a:pt x="37" y="0"/>
                    </a:moveTo>
                    <a:cubicBezTo>
                      <a:pt x="30" y="0"/>
                      <a:pt x="22" y="0"/>
                      <a:pt x="22" y="7"/>
                    </a:cubicBezTo>
                    <a:cubicBezTo>
                      <a:pt x="8" y="14"/>
                      <a:pt x="1" y="36"/>
                      <a:pt x="15" y="50"/>
                    </a:cubicBezTo>
                    <a:lnTo>
                      <a:pt x="22" y="66"/>
                    </a:lnTo>
                    <a:lnTo>
                      <a:pt x="73" y="129"/>
                    </a:lnTo>
                    <a:lnTo>
                      <a:pt x="137" y="216"/>
                    </a:lnTo>
                    <a:cubicBezTo>
                      <a:pt x="144" y="230"/>
                      <a:pt x="151" y="230"/>
                      <a:pt x="160" y="230"/>
                    </a:cubicBezTo>
                    <a:lnTo>
                      <a:pt x="180" y="230"/>
                    </a:lnTo>
                    <a:cubicBezTo>
                      <a:pt x="187" y="223"/>
                      <a:pt x="194" y="216"/>
                      <a:pt x="194" y="209"/>
                    </a:cubicBezTo>
                    <a:lnTo>
                      <a:pt x="194" y="186"/>
                    </a:lnTo>
                    <a:cubicBezTo>
                      <a:pt x="194" y="186"/>
                      <a:pt x="187" y="186"/>
                      <a:pt x="187" y="179"/>
                    </a:cubicBezTo>
                    <a:lnTo>
                      <a:pt x="130" y="109"/>
                    </a:lnTo>
                    <a:lnTo>
                      <a:pt x="73" y="23"/>
                    </a:lnTo>
                    <a:lnTo>
                      <a:pt x="65" y="14"/>
                    </a:lnTo>
                    <a:cubicBezTo>
                      <a:pt x="58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4" name="Google Shape;2384;p51"/>
              <p:cNvSpPr/>
              <p:nvPr/>
            </p:nvSpPr>
            <p:spPr>
              <a:xfrm>
                <a:off x="4554782" y="3524789"/>
                <a:ext cx="383799" cy="1175383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5047" extrusionOk="0">
                    <a:moveTo>
                      <a:pt x="1337" y="0"/>
                    </a:moveTo>
                    <a:cubicBezTo>
                      <a:pt x="1310" y="16"/>
                      <a:pt x="921" y="152"/>
                      <a:pt x="411" y="166"/>
                    </a:cubicBezTo>
                    <a:cubicBezTo>
                      <a:pt x="378" y="167"/>
                      <a:pt x="346" y="168"/>
                      <a:pt x="312" y="168"/>
                    </a:cubicBezTo>
                    <a:cubicBezTo>
                      <a:pt x="213" y="168"/>
                      <a:pt x="109" y="161"/>
                      <a:pt x="0" y="145"/>
                    </a:cubicBezTo>
                    <a:lnTo>
                      <a:pt x="0" y="145"/>
                    </a:lnTo>
                    <a:cubicBezTo>
                      <a:pt x="52" y="418"/>
                      <a:pt x="181" y="1101"/>
                      <a:pt x="295" y="1698"/>
                    </a:cubicBezTo>
                    <a:cubicBezTo>
                      <a:pt x="375" y="2093"/>
                      <a:pt x="447" y="2452"/>
                      <a:pt x="483" y="2631"/>
                    </a:cubicBezTo>
                    <a:cubicBezTo>
                      <a:pt x="590" y="3157"/>
                      <a:pt x="878" y="4415"/>
                      <a:pt x="914" y="5046"/>
                    </a:cubicBezTo>
                    <a:lnTo>
                      <a:pt x="1553" y="5046"/>
                    </a:lnTo>
                    <a:cubicBezTo>
                      <a:pt x="1553" y="5046"/>
                      <a:pt x="1648" y="3775"/>
                      <a:pt x="1605" y="3437"/>
                    </a:cubicBezTo>
                    <a:cubicBezTo>
                      <a:pt x="1553" y="3092"/>
                      <a:pt x="1432" y="2610"/>
                      <a:pt x="1416" y="2431"/>
                    </a:cubicBezTo>
                    <a:cubicBezTo>
                      <a:pt x="1410" y="2251"/>
                      <a:pt x="1403" y="1101"/>
                      <a:pt x="1410" y="928"/>
                    </a:cubicBezTo>
                    <a:cubicBezTo>
                      <a:pt x="1410" y="756"/>
                      <a:pt x="1518" y="454"/>
                      <a:pt x="13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5" name="Google Shape;2385;p51"/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6" name="Google Shape;2386;p51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7" name="Google Shape;2387;p51"/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8" h="15" extrusionOk="0">
                    <a:moveTo>
                      <a:pt x="1" y="0"/>
                    </a:moveTo>
                    <a:lnTo>
                      <a:pt x="1" y="14"/>
                    </a:lnTo>
                    <a:cubicBezTo>
                      <a:pt x="7" y="7"/>
                      <a:pt x="7" y="7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8" name="Google Shape;2388;p51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9" name="Google Shape;2389;p51"/>
              <p:cNvSpPr/>
              <p:nvPr/>
            </p:nvSpPr>
            <p:spPr>
              <a:xfrm>
                <a:off x="4904577" y="3087894"/>
                <a:ext cx="7220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65" extrusionOk="0">
                    <a:moveTo>
                      <a:pt x="30" y="1"/>
                    </a:moveTo>
                    <a:cubicBezTo>
                      <a:pt x="23" y="22"/>
                      <a:pt x="16" y="44"/>
                      <a:pt x="1" y="65"/>
                    </a:cubicBezTo>
                    <a:lnTo>
                      <a:pt x="1" y="65"/>
                    </a:lnTo>
                    <a:cubicBezTo>
                      <a:pt x="16" y="44"/>
                      <a:pt x="23" y="22"/>
                      <a:pt x="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0" name="Google Shape;2390;p51"/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" h="65" extrusionOk="0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1" name="Google Shape;2391;p51"/>
              <p:cNvSpPr/>
              <p:nvPr/>
            </p:nvSpPr>
            <p:spPr>
              <a:xfrm>
                <a:off x="4872905" y="3153102"/>
                <a:ext cx="6987" cy="13973"/>
              </a:xfrm>
              <a:custGeom>
                <a:avLst/>
                <a:gdLst/>
                <a:ahLst/>
                <a:cxnLst/>
                <a:rect l="l" t="t" r="r" b="b"/>
                <a:pathLst>
                  <a:path w="30" h="60" extrusionOk="0">
                    <a:moveTo>
                      <a:pt x="30" y="0"/>
                    </a:moveTo>
                    <a:cubicBezTo>
                      <a:pt x="23" y="16"/>
                      <a:pt x="7" y="37"/>
                      <a:pt x="0" y="59"/>
                    </a:cubicBezTo>
                    <a:cubicBezTo>
                      <a:pt x="14" y="37"/>
                      <a:pt x="23" y="16"/>
                      <a:pt x="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2" name="Google Shape;2392;p51"/>
              <p:cNvSpPr/>
              <p:nvPr/>
            </p:nvSpPr>
            <p:spPr>
              <a:xfrm>
                <a:off x="4467915" y="2964231"/>
                <a:ext cx="23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2" extrusionOk="0">
                    <a:moveTo>
                      <a:pt x="1" y="1"/>
                    </a:moveTo>
                    <a:lnTo>
                      <a:pt x="1" y="2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3" name="Google Shape;2393;p51"/>
              <p:cNvSpPr/>
              <p:nvPr/>
            </p:nvSpPr>
            <p:spPr>
              <a:xfrm>
                <a:off x="4519849" y="2699439"/>
                <a:ext cx="445281" cy="197954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850" extrusionOk="0">
                    <a:moveTo>
                      <a:pt x="1387" y="1"/>
                    </a:moveTo>
                    <a:cubicBezTo>
                      <a:pt x="1416" y="44"/>
                      <a:pt x="1437" y="66"/>
                      <a:pt x="1437" y="66"/>
                    </a:cubicBezTo>
                    <a:cubicBezTo>
                      <a:pt x="1437" y="66"/>
                      <a:pt x="1268" y="347"/>
                      <a:pt x="881" y="347"/>
                    </a:cubicBezTo>
                    <a:cubicBezTo>
                      <a:pt x="831" y="347"/>
                      <a:pt x="777" y="343"/>
                      <a:pt x="719" y="332"/>
                    </a:cubicBezTo>
                    <a:cubicBezTo>
                      <a:pt x="604" y="310"/>
                      <a:pt x="547" y="246"/>
                      <a:pt x="518" y="189"/>
                    </a:cubicBezTo>
                    <a:cubicBezTo>
                      <a:pt x="511" y="166"/>
                      <a:pt x="504" y="153"/>
                      <a:pt x="504" y="137"/>
                    </a:cubicBezTo>
                    <a:lnTo>
                      <a:pt x="504" y="116"/>
                    </a:lnTo>
                    <a:cubicBezTo>
                      <a:pt x="495" y="116"/>
                      <a:pt x="495" y="109"/>
                      <a:pt x="495" y="103"/>
                    </a:cubicBezTo>
                    <a:cubicBezTo>
                      <a:pt x="495" y="80"/>
                      <a:pt x="504" y="59"/>
                      <a:pt x="511" y="51"/>
                    </a:cubicBezTo>
                    <a:cubicBezTo>
                      <a:pt x="511" y="44"/>
                      <a:pt x="518" y="37"/>
                      <a:pt x="525" y="30"/>
                    </a:cubicBezTo>
                    <a:lnTo>
                      <a:pt x="525" y="30"/>
                    </a:lnTo>
                    <a:cubicBezTo>
                      <a:pt x="461" y="73"/>
                      <a:pt x="309" y="109"/>
                      <a:pt x="245" y="159"/>
                    </a:cubicBezTo>
                    <a:lnTo>
                      <a:pt x="236" y="166"/>
                    </a:lnTo>
                    <a:cubicBezTo>
                      <a:pt x="236" y="166"/>
                      <a:pt x="230" y="166"/>
                      <a:pt x="230" y="173"/>
                    </a:cubicBezTo>
                    <a:cubicBezTo>
                      <a:pt x="230" y="173"/>
                      <a:pt x="223" y="173"/>
                      <a:pt x="223" y="180"/>
                    </a:cubicBezTo>
                    <a:cubicBezTo>
                      <a:pt x="159" y="253"/>
                      <a:pt x="93" y="454"/>
                      <a:pt x="43" y="555"/>
                    </a:cubicBezTo>
                    <a:cubicBezTo>
                      <a:pt x="29" y="577"/>
                      <a:pt x="14" y="598"/>
                      <a:pt x="0" y="627"/>
                    </a:cubicBezTo>
                    <a:cubicBezTo>
                      <a:pt x="93" y="663"/>
                      <a:pt x="209" y="698"/>
                      <a:pt x="352" y="727"/>
                    </a:cubicBezTo>
                    <a:cubicBezTo>
                      <a:pt x="654" y="793"/>
                      <a:pt x="1056" y="850"/>
                      <a:pt x="1573" y="850"/>
                    </a:cubicBezTo>
                    <a:cubicBezTo>
                      <a:pt x="1607" y="574"/>
                      <a:pt x="1772" y="339"/>
                      <a:pt x="1882" y="339"/>
                    </a:cubicBezTo>
                    <a:cubicBezTo>
                      <a:pt x="1892" y="339"/>
                      <a:pt x="1902" y="341"/>
                      <a:pt x="1912" y="346"/>
                    </a:cubicBezTo>
                    <a:cubicBezTo>
                      <a:pt x="1855" y="296"/>
                      <a:pt x="1782" y="260"/>
                      <a:pt x="1711" y="223"/>
                    </a:cubicBezTo>
                    <a:cubicBezTo>
                      <a:pt x="1646" y="189"/>
                      <a:pt x="1523" y="153"/>
                      <a:pt x="1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4" name="Google Shape;2394;p51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fill="none" extrusionOk="0">
                    <a:moveTo>
                      <a:pt x="15" y="52"/>
                    </a:moveTo>
                    <a:cubicBezTo>
                      <a:pt x="8" y="29"/>
                      <a:pt x="1" y="16"/>
                      <a:pt x="1" y="0"/>
                    </a:cubicBezTo>
                    <a:cubicBezTo>
                      <a:pt x="1" y="16"/>
                      <a:pt x="8" y="36"/>
                      <a:pt x="15" y="5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5" name="Google Shape;2395;p51"/>
              <p:cNvSpPr/>
              <p:nvPr/>
            </p:nvSpPr>
            <p:spPr>
              <a:xfrm>
                <a:off x="4419242" y="3253476"/>
                <a:ext cx="460651" cy="310672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334" extrusionOk="0">
                    <a:moveTo>
                      <a:pt x="230" y="1"/>
                    </a:moveTo>
                    <a:cubicBezTo>
                      <a:pt x="203" y="225"/>
                      <a:pt x="137" y="491"/>
                      <a:pt x="87" y="691"/>
                    </a:cubicBezTo>
                    <a:cubicBezTo>
                      <a:pt x="44" y="849"/>
                      <a:pt x="15" y="972"/>
                      <a:pt x="8" y="1001"/>
                    </a:cubicBezTo>
                    <a:cubicBezTo>
                      <a:pt x="1" y="1036"/>
                      <a:pt x="1" y="1065"/>
                      <a:pt x="1" y="1094"/>
                    </a:cubicBezTo>
                    <a:cubicBezTo>
                      <a:pt x="15" y="1138"/>
                      <a:pt x="30" y="1165"/>
                      <a:pt x="30" y="1165"/>
                    </a:cubicBezTo>
                    <a:cubicBezTo>
                      <a:pt x="30" y="1165"/>
                      <a:pt x="37" y="1165"/>
                      <a:pt x="37" y="1174"/>
                    </a:cubicBezTo>
                    <a:cubicBezTo>
                      <a:pt x="223" y="1245"/>
                      <a:pt x="403" y="1288"/>
                      <a:pt x="582" y="1310"/>
                    </a:cubicBezTo>
                    <a:cubicBezTo>
                      <a:pt x="691" y="1326"/>
                      <a:pt x="795" y="1333"/>
                      <a:pt x="894" y="1333"/>
                    </a:cubicBezTo>
                    <a:cubicBezTo>
                      <a:pt x="928" y="1333"/>
                      <a:pt x="960" y="1332"/>
                      <a:pt x="993" y="1331"/>
                    </a:cubicBezTo>
                    <a:cubicBezTo>
                      <a:pt x="1503" y="1317"/>
                      <a:pt x="1892" y="1181"/>
                      <a:pt x="1919" y="1165"/>
                    </a:cubicBezTo>
                    <a:cubicBezTo>
                      <a:pt x="1919" y="1165"/>
                      <a:pt x="1978" y="1101"/>
                      <a:pt x="1962" y="1072"/>
                    </a:cubicBezTo>
                    <a:cubicBezTo>
                      <a:pt x="1955" y="1044"/>
                      <a:pt x="1862" y="699"/>
                      <a:pt x="1805" y="484"/>
                    </a:cubicBezTo>
                    <a:cubicBezTo>
                      <a:pt x="1776" y="368"/>
                      <a:pt x="1762" y="289"/>
                      <a:pt x="1776" y="173"/>
                    </a:cubicBezTo>
                    <a:lnTo>
                      <a:pt x="1704" y="173"/>
                    </a:lnTo>
                    <a:cubicBezTo>
                      <a:pt x="1143" y="173"/>
                      <a:pt x="712" y="116"/>
                      <a:pt x="403" y="44"/>
                    </a:cubicBezTo>
                    <a:cubicBezTo>
                      <a:pt x="389" y="37"/>
                      <a:pt x="375" y="37"/>
                      <a:pt x="360" y="30"/>
                    </a:cubicBezTo>
                    <a:cubicBezTo>
                      <a:pt x="317" y="23"/>
                      <a:pt x="273" y="9"/>
                      <a:pt x="2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6" name="Google Shape;2396;p51"/>
              <p:cNvSpPr/>
              <p:nvPr/>
            </p:nvSpPr>
            <p:spPr>
              <a:xfrm>
                <a:off x="4472806" y="3238571"/>
                <a:ext cx="361674" cy="55427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238" extrusionOk="0">
                    <a:moveTo>
                      <a:pt x="7" y="1"/>
                    </a:moveTo>
                    <a:cubicBezTo>
                      <a:pt x="7" y="22"/>
                      <a:pt x="7" y="44"/>
                      <a:pt x="0" y="65"/>
                    </a:cubicBezTo>
                    <a:cubicBezTo>
                      <a:pt x="43" y="73"/>
                      <a:pt x="87" y="87"/>
                      <a:pt x="130" y="94"/>
                    </a:cubicBezTo>
                    <a:cubicBezTo>
                      <a:pt x="145" y="101"/>
                      <a:pt x="159" y="101"/>
                      <a:pt x="173" y="108"/>
                    </a:cubicBezTo>
                    <a:cubicBezTo>
                      <a:pt x="482" y="180"/>
                      <a:pt x="913" y="237"/>
                      <a:pt x="1474" y="237"/>
                    </a:cubicBezTo>
                    <a:lnTo>
                      <a:pt x="1546" y="237"/>
                    </a:lnTo>
                    <a:cubicBezTo>
                      <a:pt x="1546" y="223"/>
                      <a:pt x="1546" y="203"/>
                      <a:pt x="1553" y="180"/>
                    </a:cubicBezTo>
                    <a:cubicBezTo>
                      <a:pt x="956" y="180"/>
                      <a:pt x="511" y="123"/>
                      <a:pt x="188" y="44"/>
                    </a:cubicBezTo>
                    <a:cubicBezTo>
                      <a:pt x="173" y="44"/>
                      <a:pt x="159" y="37"/>
                      <a:pt x="145" y="37"/>
                    </a:cubicBezTo>
                    <a:cubicBezTo>
                      <a:pt x="93" y="22"/>
                      <a:pt x="50" y="15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7" name="Google Shape;2397;p51"/>
              <p:cNvSpPr/>
              <p:nvPr/>
            </p:nvSpPr>
            <p:spPr>
              <a:xfrm>
                <a:off x="4474436" y="3188501"/>
                <a:ext cx="373784" cy="92223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396" extrusionOk="0">
                    <a:moveTo>
                      <a:pt x="23" y="0"/>
                    </a:moveTo>
                    <a:cubicBezTo>
                      <a:pt x="23" y="30"/>
                      <a:pt x="16" y="64"/>
                      <a:pt x="16" y="100"/>
                    </a:cubicBezTo>
                    <a:cubicBezTo>
                      <a:pt x="16" y="116"/>
                      <a:pt x="16" y="130"/>
                      <a:pt x="9" y="143"/>
                    </a:cubicBezTo>
                    <a:cubicBezTo>
                      <a:pt x="9" y="166"/>
                      <a:pt x="9" y="187"/>
                      <a:pt x="0" y="216"/>
                    </a:cubicBezTo>
                    <a:cubicBezTo>
                      <a:pt x="43" y="230"/>
                      <a:pt x="86" y="237"/>
                      <a:pt x="138" y="252"/>
                    </a:cubicBezTo>
                    <a:cubicBezTo>
                      <a:pt x="152" y="252"/>
                      <a:pt x="166" y="259"/>
                      <a:pt x="181" y="259"/>
                    </a:cubicBezTo>
                    <a:cubicBezTo>
                      <a:pt x="504" y="338"/>
                      <a:pt x="949" y="395"/>
                      <a:pt x="1546" y="395"/>
                    </a:cubicBezTo>
                    <a:cubicBezTo>
                      <a:pt x="1561" y="331"/>
                      <a:pt x="1575" y="266"/>
                      <a:pt x="1605" y="180"/>
                    </a:cubicBezTo>
                    <a:lnTo>
                      <a:pt x="1525" y="180"/>
                    </a:lnTo>
                    <a:cubicBezTo>
                      <a:pt x="942" y="180"/>
                      <a:pt x="504" y="116"/>
                      <a:pt x="188" y="43"/>
                    </a:cubicBezTo>
                    <a:cubicBezTo>
                      <a:pt x="130" y="30"/>
                      <a:pt x="73" y="14"/>
                      <a:pt x="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8" name="Google Shape;2398;p51"/>
              <p:cNvSpPr/>
              <p:nvPr/>
            </p:nvSpPr>
            <p:spPr>
              <a:xfrm>
                <a:off x="4479559" y="3173130"/>
                <a:ext cx="373552" cy="5729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246" extrusionOk="0">
                    <a:moveTo>
                      <a:pt x="7" y="1"/>
                    </a:moveTo>
                    <a:cubicBezTo>
                      <a:pt x="7" y="23"/>
                      <a:pt x="1" y="37"/>
                      <a:pt x="1" y="66"/>
                    </a:cubicBezTo>
                    <a:cubicBezTo>
                      <a:pt x="51" y="80"/>
                      <a:pt x="108" y="96"/>
                      <a:pt x="166" y="109"/>
                    </a:cubicBezTo>
                    <a:cubicBezTo>
                      <a:pt x="482" y="182"/>
                      <a:pt x="920" y="246"/>
                      <a:pt x="1503" y="246"/>
                    </a:cubicBezTo>
                    <a:lnTo>
                      <a:pt x="1583" y="246"/>
                    </a:lnTo>
                    <a:cubicBezTo>
                      <a:pt x="1589" y="225"/>
                      <a:pt x="1596" y="209"/>
                      <a:pt x="1603" y="189"/>
                    </a:cubicBezTo>
                    <a:lnTo>
                      <a:pt x="1603" y="189"/>
                    </a:lnTo>
                    <a:cubicBezTo>
                      <a:pt x="1576" y="189"/>
                      <a:pt x="1548" y="189"/>
                      <a:pt x="1521" y="189"/>
                    </a:cubicBezTo>
                    <a:cubicBezTo>
                      <a:pt x="937" y="189"/>
                      <a:pt x="497" y="120"/>
                      <a:pt x="180" y="44"/>
                    </a:cubicBezTo>
                    <a:cubicBezTo>
                      <a:pt x="116" y="30"/>
                      <a:pt x="58" y="16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9" name="Google Shape;2399;p51"/>
              <p:cNvSpPr/>
              <p:nvPr/>
            </p:nvSpPr>
            <p:spPr>
              <a:xfrm>
                <a:off x="4481190" y="3121429"/>
                <a:ext cx="391950" cy="95950"/>
              </a:xfrm>
              <a:custGeom>
                <a:avLst/>
                <a:gdLst/>
                <a:ahLst/>
                <a:cxnLst/>
                <a:rect l="l" t="t" r="r" b="b"/>
                <a:pathLst>
                  <a:path w="1683" h="412" extrusionOk="0">
                    <a:moveTo>
                      <a:pt x="14" y="0"/>
                    </a:moveTo>
                    <a:cubicBezTo>
                      <a:pt x="7" y="59"/>
                      <a:pt x="7" y="130"/>
                      <a:pt x="0" y="223"/>
                    </a:cubicBezTo>
                    <a:cubicBezTo>
                      <a:pt x="51" y="238"/>
                      <a:pt x="109" y="252"/>
                      <a:pt x="173" y="266"/>
                    </a:cubicBezTo>
                    <a:cubicBezTo>
                      <a:pt x="490" y="342"/>
                      <a:pt x="930" y="411"/>
                      <a:pt x="1514" y="411"/>
                    </a:cubicBezTo>
                    <a:cubicBezTo>
                      <a:pt x="1541" y="411"/>
                      <a:pt x="1569" y="411"/>
                      <a:pt x="1596" y="411"/>
                    </a:cubicBezTo>
                    <a:cubicBezTo>
                      <a:pt x="1610" y="368"/>
                      <a:pt x="1632" y="331"/>
                      <a:pt x="1646" y="288"/>
                    </a:cubicBezTo>
                    <a:cubicBezTo>
                      <a:pt x="1662" y="252"/>
                      <a:pt x="1669" y="223"/>
                      <a:pt x="1682" y="195"/>
                    </a:cubicBezTo>
                    <a:lnTo>
                      <a:pt x="1553" y="195"/>
                    </a:lnTo>
                    <a:cubicBezTo>
                      <a:pt x="972" y="195"/>
                      <a:pt x="540" y="130"/>
                      <a:pt x="230" y="59"/>
                    </a:cubicBezTo>
                    <a:cubicBezTo>
                      <a:pt x="152" y="36"/>
                      <a:pt x="80" y="23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0" name="Google Shape;2400;p51"/>
              <p:cNvSpPr/>
              <p:nvPr/>
            </p:nvSpPr>
            <p:spPr>
              <a:xfrm>
                <a:off x="4484450" y="3106525"/>
                <a:ext cx="395443" cy="60551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60" extrusionOk="0">
                    <a:moveTo>
                      <a:pt x="0" y="0"/>
                    </a:moveTo>
                    <a:lnTo>
                      <a:pt x="0" y="64"/>
                    </a:lnTo>
                    <a:cubicBezTo>
                      <a:pt x="66" y="87"/>
                      <a:pt x="138" y="100"/>
                      <a:pt x="216" y="123"/>
                    </a:cubicBezTo>
                    <a:cubicBezTo>
                      <a:pt x="526" y="194"/>
                      <a:pt x="958" y="259"/>
                      <a:pt x="1539" y="259"/>
                    </a:cubicBezTo>
                    <a:lnTo>
                      <a:pt x="1668" y="259"/>
                    </a:lnTo>
                    <a:cubicBezTo>
                      <a:pt x="1675" y="237"/>
                      <a:pt x="1691" y="216"/>
                      <a:pt x="1698" y="200"/>
                    </a:cubicBezTo>
                    <a:lnTo>
                      <a:pt x="1698" y="200"/>
                    </a:lnTo>
                    <a:cubicBezTo>
                      <a:pt x="1659" y="201"/>
                      <a:pt x="1621" y="201"/>
                      <a:pt x="1584" y="201"/>
                    </a:cubicBezTo>
                    <a:cubicBezTo>
                      <a:pt x="994" y="201"/>
                      <a:pt x="549" y="139"/>
                      <a:pt x="231" y="64"/>
                    </a:cubicBezTo>
                    <a:cubicBezTo>
                      <a:pt x="145" y="43"/>
                      <a:pt x="66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1" name="Google Shape;2401;p51"/>
              <p:cNvSpPr/>
              <p:nvPr/>
            </p:nvSpPr>
            <p:spPr>
              <a:xfrm>
                <a:off x="4477929" y="3051098"/>
                <a:ext cx="426883" cy="10247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4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" y="16"/>
                      <a:pt x="8" y="30"/>
                      <a:pt x="8" y="43"/>
                    </a:cubicBezTo>
                    <a:cubicBezTo>
                      <a:pt x="21" y="102"/>
                      <a:pt x="28" y="159"/>
                      <a:pt x="28" y="238"/>
                    </a:cubicBezTo>
                    <a:cubicBezTo>
                      <a:pt x="94" y="259"/>
                      <a:pt x="173" y="281"/>
                      <a:pt x="259" y="302"/>
                    </a:cubicBezTo>
                    <a:cubicBezTo>
                      <a:pt x="577" y="377"/>
                      <a:pt x="1022" y="439"/>
                      <a:pt x="1612" y="439"/>
                    </a:cubicBezTo>
                    <a:cubicBezTo>
                      <a:pt x="1649" y="439"/>
                      <a:pt x="1687" y="439"/>
                      <a:pt x="1726" y="438"/>
                    </a:cubicBezTo>
                    <a:cubicBezTo>
                      <a:pt x="1762" y="368"/>
                      <a:pt x="1797" y="295"/>
                      <a:pt x="1833" y="223"/>
                    </a:cubicBezTo>
                    <a:lnTo>
                      <a:pt x="1617" y="223"/>
                    </a:lnTo>
                    <a:cubicBezTo>
                      <a:pt x="1050" y="223"/>
                      <a:pt x="618" y="166"/>
                      <a:pt x="309" y="87"/>
                    </a:cubicBezTo>
                    <a:cubicBezTo>
                      <a:pt x="187" y="59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2" name="Google Shape;2402;p51"/>
              <p:cNvSpPr/>
              <p:nvPr/>
            </p:nvSpPr>
            <p:spPr>
              <a:xfrm>
                <a:off x="4476299" y="3036193"/>
                <a:ext cx="435500" cy="66839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287" extrusionOk="0">
                    <a:moveTo>
                      <a:pt x="1" y="0"/>
                    </a:moveTo>
                    <a:lnTo>
                      <a:pt x="1" y="21"/>
                    </a:lnTo>
                    <a:cubicBezTo>
                      <a:pt x="1" y="28"/>
                      <a:pt x="8" y="37"/>
                      <a:pt x="8" y="44"/>
                    </a:cubicBezTo>
                    <a:lnTo>
                      <a:pt x="8" y="64"/>
                    </a:lnTo>
                    <a:cubicBezTo>
                      <a:pt x="94" y="94"/>
                      <a:pt x="194" y="123"/>
                      <a:pt x="316" y="151"/>
                    </a:cubicBezTo>
                    <a:cubicBezTo>
                      <a:pt x="625" y="230"/>
                      <a:pt x="1057" y="287"/>
                      <a:pt x="1624" y="287"/>
                    </a:cubicBezTo>
                    <a:lnTo>
                      <a:pt x="1840" y="287"/>
                    </a:lnTo>
                    <a:cubicBezTo>
                      <a:pt x="1855" y="266"/>
                      <a:pt x="1862" y="244"/>
                      <a:pt x="1869" y="223"/>
                    </a:cubicBezTo>
                    <a:lnTo>
                      <a:pt x="1869" y="223"/>
                    </a:lnTo>
                    <a:cubicBezTo>
                      <a:pt x="1787" y="225"/>
                      <a:pt x="1708" y="227"/>
                      <a:pt x="1631" y="227"/>
                    </a:cubicBezTo>
                    <a:cubicBezTo>
                      <a:pt x="1068" y="227"/>
                      <a:pt x="641" y="163"/>
                      <a:pt x="337" y="94"/>
                    </a:cubicBezTo>
                    <a:cubicBezTo>
                      <a:pt x="201" y="64"/>
                      <a:pt x="87" y="28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3" name="Google Shape;2403;p51"/>
              <p:cNvSpPr/>
              <p:nvPr/>
            </p:nvSpPr>
            <p:spPr>
              <a:xfrm>
                <a:off x="4467915" y="2979136"/>
                <a:ext cx="470666" cy="109923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472" extrusionOk="0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cubicBezTo>
                      <a:pt x="7" y="87"/>
                      <a:pt x="21" y="173"/>
                      <a:pt x="37" y="245"/>
                    </a:cubicBezTo>
                    <a:cubicBezTo>
                      <a:pt x="123" y="273"/>
                      <a:pt x="237" y="309"/>
                      <a:pt x="373" y="339"/>
                    </a:cubicBezTo>
                    <a:cubicBezTo>
                      <a:pt x="677" y="408"/>
                      <a:pt x="1104" y="472"/>
                      <a:pt x="1667" y="472"/>
                    </a:cubicBezTo>
                    <a:cubicBezTo>
                      <a:pt x="1744" y="472"/>
                      <a:pt x="1823" y="470"/>
                      <a:pt x="1905" y="468"/>
                    </a:cubicBezTo>
                    <a:cubicBezTo>
                      <a:pt x="1948" y="402"/>
                      <a:pt x="1984" y="332"/>
                      <a:pt x="2021" y="266"/>
                    </a:cubicBezTo>
                    <a:cubicBezTo>
                      <a:pt x="2005" y="259"/>
                      <a:pt x="1991" y="259"/>
                      <a:pt x="1984" y="252"/>
                    </a:cubicBezTo>
                    <a:cubicBezTo>
                      <a:pt x="1891" y="259"/>
                      <a:pt x="1805" y="259"/>
                      <a:pt x="1719" y="259"/>
                    </a:cubicBezTo>
                    <a:cubicBezTo>
                      <a:pt x="1158" y="259"/>
                      <a:pt x="734" y="202"/>
                      <a:pt x="425" y="130"/>
                    </a:cubicBezTo>
                    <a:cubicBezTo>
                      <a:pt x="244" y="87"/>
                      <a:pt x="108" y="44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4" name="Google Shape;2404;p51"/>
              <p:cNvSpPr/>
              <p:nvPr/>
            </p:nvSpPr>
            <p:spPr>
              <a:xfrm>
                <a:off x="4487943" y="2858501"/>
                <a:ext cx="400567" cy="103868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446" extrusionOk="0">
                    <a:moveTo>
                      <a:pt x="101" y="1"/>
                    </a:moveTo>
                    <a:cubicBezTo>
                      <a:pt x="80" y="37"/>
                      <a:pt x="58" y="80"/>
                      <a:pt x="37" y="117"/>
                    </a:cubicBezTo>
                    <a:lnTo>
                      <a:pt x="37" y="123"/>
                    </a:lnTo>
                    <a:cubicBezTo>
                      <a:pt x="22" y="144"/>
                      <a:pt x="8" y="167"/>
                      <a:pt x="1" y="196"/>
                    </a:cubicBezTo>
                    <a:lnTo>
                      <a:pt x="8" y="196"/>
                    </a:lnTo>
                    <a:cubicBezTo>
                      <a:pt x="115" y="230"/>
                      <a:pt x="253" y="273"/>
                      <a:pt x="425" y="317"/>
                    </a:cubicBezTo>
                    <a:cubicBezTo>
                      <a:pt x="734" y="389"/>
                      <a:pt x="1158" y="446"/>
                      <a:pt x="1719" y="446"/>
                    </a:cubicBezTo>
                    <a:cubicBezTo>
                      <a:pt x="1710" y="382"/>
                      <a:pt x="1703" y="310"/>
                      <a:pt x="1710" y="230"/>
                    </a:cubicBezTo>
                    <a:cubicBezTo>
                      <a:pt x="1179" y="230"/>
                      <a:pt x="777" y="173"/>
                      <a:pt x="475" y="101"/>
                    </a:cubicBezTo>
                    <a:cubicBezTo>
                      <a:pt x="323" y="73"/>
                      <a:pt x="201" y="37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5" name="Google Shape;2405;p51"/>
              <p:cNvSpPr/>
              <p:nvPr/>
            </p:nvSpPr>
            <p:spPr>
              <a:xfrm>
                <a:off x="4467915" y="2915558"/>
                <a:ext cx="443884" cy="10969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471" extrusionOk="0">
                    <a:moveTo>
                      <a:pt x="57" y="1"/>
                    </a:moveTo>
                    <a:cubicBezTo>
                      <a:pt x="44" y="28"/>
                      <a:pt x="28" y="58"/>
                      <a:pt x="21" y="87"/>
                    </a:cubicBezTo>
                    <a:cubicBezTo>
                      <a:pt x="7" y="123"/>
                      <a:pt x="7" y="166"/>
                      <a:pt x="1" y="210"/>
                    </a:cubicBezTo>
                    <a:cubicBezTo>
                      <a:pt x="7" y="217"/>
                      <a:pt x="14" y="217"/>
                      <a:pt x="21" y="217"/>
                    </a:cubicBezTo>
                    <a:cubicBezTo>
                      <a:pt x="123" y="260"/>
                      <a:pt x="259" y="303"/>
                      <a:pt x="439" y="339"/>
                    </a:cubicBezTo>
                    <a:cubicBezTo>
                      <a:pt x="746" y="410"/>
                      <a:pt x="1172" y="470"/>
                      <a:pt x="1734" y="470"/>
                    </a:cubicBezTo>
                    <a:cubicBezTo>
                      <a:pt x="1789" y="470"/>
                      <a:pt x="1847" y="470"/>
                      <a:pt x="1905" y="468"/>
                    </a:cubicBezTo>
                    <a:cubicBezTo>
                      <a:pt x="1862" y="425"/>
                      <a:pt x="1833" y="353"/>
                      <a:pt x="1812" y="260"/>
                    </a:cubicBezTo>
                    <a:lnTo>
                      <a:pt x="1776" y="260"/>
                    </a:lnTo>
                    <a:cubicBezTo>
                      <a:pt x="1222" y="260"/>
                      <a:pt x="798" y="201"/>
                      <a:pt x="496" y="130"/>
                    </a:cubicBezTo>
                    <a:cubicBezTo>
                      <a:pt x="316" y="94"/>
                      <a:pt x="187" y="51"/>
                      <a:pt x="80" y="8"/>
                    </a:cubicBezTo>
                    <a:cubicBezTo>
                      <a:pt x="71" y="8"/>
                      <a:pt x="64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6" name="Google Shape;2406;p51"/>
              <p:cNvSpPr/>
              <p:nvPr/>
            </p:nvSpPr>
            <p:spPr>
              <a:xfrm>
                <a:off x="4467915" y="2964231"/>
                <a:ext cx="462282" cy="75456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324" extrusionOk="0">
                    <a:moveTo>
                      <a:pt x="1" y="1"/>
                    </a:moveTo>
                    <a:lnTo>
                      <a:pt x="1" y="21"/>
                    </a:lnTo>
                    <a:lnTo>
                      <a:pt x="1" y="64"/>
                    </a:lnTo>
                    <a:lnTo>
                      <a:pt x="7" y="64"/>
                    </a:lnTo>
                    <a:cubicBezTo>
                      <a:pt x="108" y="108"/>
                      <a:pt x="244" y="151"/>
                      <a:pt x="425" y="194"/>
                    </a:cubicBezTo>
                    <a:cubicBezTo>
                      <a:pt x="734" y="266"/>
                      <a:pt x="1158" y="323"/>
                      <a:pt x="1719" y="323"/>
                    </a:cubicBezTo>
                    <a:cubicBezTo>
                      <a:pt x="1805" y="323"/>
                      <a:pt x="1891" y="323"/>
                      <a:pt x="1984" y="316"/>
                    </a:cubicBezTo>
                    <a:cubicBezTo>
                      <a:pt x="1955" y="309"/>
                      <a:pt x="1926" y="287"/>
                      <a:pt x="1905" y="259"/>
                    </a:cubicBezTo>
                    <a:cubicBezTo>
                      <a:pt x="1847" y="261"/>
                      <a:pt x="1789" y="261"/>
                      <a:pt x="1734" y="261"/>
                    </a:cubicBezTo>
                    <a:cubicBezTo>
                      <a:pt x="1172" y="261"/>
                      <a:pt x="746" y="201"/>
                      <a:pt x="439" y="130"/>
                    </a:cubicBezTo>
                    <a:cubicBezTo>
                      <a:pt x="259" y="94"/>
                      <a:pt x="123" y="51"/>
                      <a:pt x="21" y="8"/>
                    </a:cubicBezTo>
                    <a:cubicBezTo>
                      <a:pt x="14" y="8"/>
                      <a:pt x="7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7" name="Google Shape;2407;p51"/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8" h="15" fill="none" extrusionOk="0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8" name="Google Shape;2408;p51"/>
              <p:cNvSpPr/>
              <p:nvPr/>
            </p:nvSpPr>
            <p:spPr>
              <a:xfrm>
                <a:off x="4481190" y="2903914"/>
                <a:ext cx="408718" cy="72195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310" extrusionOk="0">
                    <a:moveTo>
                      <a:pt x="30" y="1"/>
                    </a:moveTo>
                    <a:cubicBezTo>
                      <a:pt x="23" y="8"/>
                      <a:pt x="14" y="15"/>
                      <a:pt x="14" y="22"/>
                    </a:cubicBezTo>
                    <a:cubicBezTo>
                      <a:pt x="7" y="35"/>
                      <a:pt x="0" y="44"/>
                      <a:pt x="0" y="51"/>
                    </a:cubicBezTo>
                    <a:cubicBezTo>
                      <a:pt x="7" y="58"/>
                      <a:pt x="14" y="58"/>
                      <a:pt x="23" y="58"/>
                    </a:cubicBezTo>
                    <a:cubicBezTo>
                      <a:pt x="130" y="101"/>
                      <a:pt x="259" y="144"/>
                      <a:pt x="439" y="180"/>
                    </a:cubicBezTo>
                    <a:cubicBezTo>
                      <a:pt x="741" y="251"/>
                      <a:pt x="1165" y="310"/>
                      <a:pt x="1719" y="310"/>
                    </a:cubicBezTo>
                    <a:lnTo>
                      <a:pt x="1755" y="310"/>
                    </a:lnTo>
                    <a:cubicBezTo>
                      <a:pt x="1755" y="287"/>
                      <a:pt x="1748" y="273"/>
                      <a:pt x="1748" y="251"/>
                    </a:cubicBezTo>
                    <a:cubicBezTo>
                      <a:pt x="1187" y="251"/>
                      <a:pt x="763" y="194"/>
                      <a:pt x="454" y="122"/>
                    </a:cubicBezTo>
                    <a:cubicBezTo>
                      <a:pt x="282" y="78"/>
                      <a:pt x="144" y="35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9" name="Google Shape;2409;p51"/>
              <p:cNvSpPr/>
              <p:nvPr/>
            </p:nvSpPr>
            <p:spPr>
              <a:xfrm>
                <a:off x="4511232" y="2845226"/>
                <a:ext cx="375182" cy="67072"/>
              </a:xfrm>
              <a:custGeom>
                <a:avLst/>
                <a:gdLst/>
                <a:ahLst/>
                <a:cxnLst/>
                <a:rect l="l" t="t" r="r" b="b"/>
                <a:pathLst>
                  <a:path w="1611" h="288" extrusionOk="0">
                    <a:moveTo>
                      <a:pt x="37" y="1"/>
                    </a:moveTo>
                    <a:cubicBezTo>
                      <a:pt x="23" y="22"/>
                      <a:pt x="15" y="37"/>
                      <a:pt x="1" y="58"/>
                    </a:cubicBezTo>
                    <a:cubicBezTo>
                      <a:pt x="101" y="94"/>
                      <a:pt x="223" y="130"/>
                      <a:pt x="375" y="158"/>
                    </a:cubicBezTo>
                    <a:cubicBezTo>
                      <a:pt x="677" y="230"/>
                      <a:pt x="1079" y="287"/>
                      <a:pt x="1610" y="287"/>
                    </a:cubicBezTo>
                    <a:lnTo>
                      <a:pt x="1610" y="267"/>
                    </a:lnTo>
                    <a:lnTo>
                      <a:pt x="1610" y="224"/>
                    </a:lnTo>
                    <a:cubicBezTo>
                      <a:pt x="1093" y="224"/>
                      <a:pt x="691" y="167"/>
                      <a:pt x="389" y="101"/>
                    </a:cubicBezTo>
                    <a:cubicBezTo>
                      <a:pt x="246" y="72"/>
                      <a:pt x="130" y="37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0" name="Google Shape;2410;p51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fill="none" extrusionOk="0">
                    <a:moveTo>
                      <a:pt x="37" y="0"/>
                    </a:moveTo>
                    <a:lnTo>
                      <a:pt x="37" y="14"/>
                    </a:lnTo>
                    <a:cubicBezTo>
                      <a:pt x="21" y="7"/>
                      <a:pt x="7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1" name="Google Shape;2411;p51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2" name="Google Shape;2412;p51"/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3" name="Google Shape;2413;p51"/>
              <p:cNvSpPr/>
              <p:nvPr/>
            </p:nvSpPr>
            <p:spPr>
              <a:xfrm>
                <a:off x="4635128" y="2572516"/>
                <a:ext cx="219613" cy="207969"/>
              </a:xfrm>
              <a:custGeom>
                <a:avLst/>
                <a:gdLst/>
                <a:ahLst/>
                <a:cxnLst/>
                <a:rect l="l" t="t" r="r" b="b"/>
                <a:pathLst>
                  <a:path w="943" h="893" extrusionOk="0">
                    <a:moveTo>
                      <a:pt x="785" y="1"/>
                    </a:moveTo>
                    <a:cubicBezTo>
                      <a:pt x="699" y="130"/>
                      <a:pt x="569" y="216"/>
                      <a:pt x="440" y="280"/>
                    </a:cubicBezTo>
                    <a:cubicBezTo>
                      <a:pt x="345" y="316"/>
                      <a:pt x="252" y="337"/>
                      <a:pt x="166" y="353"/>
                    </a:cubicBezTo>
                    <a:cubicBezTo>
                      <a:pt x="116" y="482"/>
                      <a:pt x="59" y="546"/>
                      <a:pt x="30" y="575"/>
                    </a:cubicBezTo>
                    <a:cubicBezTo>
                      <a:pt x="23" y="582"/>
                      <a:pt x="16" y="589"/>
                      <a:pt x="16" y="596"/>
                    </a:cubicBezTo>
                    <a:cubicBezTo>
                      <a:pt x="9" y="604"/>
                      <a:pt x="0" y="625"/>
                      <a:pt x="0" y="648"/>
                    </a:cubicBezTo>
                    <a:cubicBezTo>
                      <a:pt x="0" y="654"/>
                      <a:pt x="0" y="661"/>
                      <a:pt x="9" y="661"/>
                    </a:cubicBezTo>
                    <a:lnTo>
                      <a:pt x="9" y="682"/>
                    </a:lnTo>
                    <a:cubicBezTo>
                      <a:pt x="9" y="698"/>
                      <a:pt x="16" y="718"/>
                      <a:pt x="23" y="734"/>
                    </a:cubicBezTo>
                    <a:cubicBezTo>
                      <a:pt x="52" y="791"/>
                      <a:pt x="109" y="855"/>
                      <a:pt x="224" y="877"/>
                    </a:cubicBezTo>
                    <a:cubicBezTo>
                      <a:pt x="282" y="888"/>
                      <a:pt x="336" y="892"/>
                      <a:pt x="386" y="892"/>
                    </a:cubicBezTo>
                    <a:cubicBezTo>
                      <a:pt x="773" y="892"/>
                      <a:pt x="942" y="611"/>
                      <a:pt x="942" y="611"/>
                    </a:cubicBezTo>
                    <a:cubicBezTo>
                      <a:pt x="942" y="611"/>
                      <a:pt x="921" y="589"/>
                      <a:pt x="892" y="546"/>
                    </a:cubicBezTo>
                    <a:cubicBezTo>
                      <a:pt x="863" y="518"/>
                      <a:pt x="842" y="475"/>
                      <a:pt x="820" y="423"/>
                    </a:cubicBezTo>
                    <a:cubicBezTo>
                      <a:pt x="806" y="389"/>
                      <a:pt x="799" y="359"/>
                      <a:pt x="799" y="316"/>
                    </a:cubicBezTo>
                    <a:cubicBezTo>
                      <a:pt x="792" y="287"/>
                      <a:pt x="792" y="259"/>
                      <a:pt x="792" y="223"/>
                    </a:cubicBezTo>
                    <a:lnTo>
                      <a:pt x="792" y="158"/>
                    </a:lnTo>
                    <a:cubicBezTo>
                      <a:pt x="792" y="144"/>
                      <a:pt x="792" y="137"/>
                      <a:pt x="799" y="130"/>
                    </a:cubicBezTo>
                    <a:lnTo>
                      <a:pt x="799" y="108"/>
                    </a:lnTo>
                    <a:lnTo>
                      <a:pt x="799" y="71"/>
                    </a:lnTo>
                    <a:lnTo>
                      <a:pt x="799" y="21"/>
                    </a:lnTo>
                    <a:cubicBezTo>
                      <a:pt x="799" y="14"/>
                      <a:pt x="806" y="8"/>
                      <a:pt x="806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4" name="Google Shape;2414;p51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fill="none" extrusionOk="0">
                    <a:moveTo>
                      <a:pt x="1" y="0"/>
                    </a:moveTo>
                    <a:cubicBezTo>
                      <a:pt x="1" y="16"/>
                      <a:pt x="8" y="36"/>
                      <a:pt x="15" y="52"/>
                    </a:cubicBezTo>
                    <a:cubicBezTo>
                      <a:pt x="8" y="29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5" name="Google Shape;2415;p51"/>
              <p:cNvSpPr/>
              <p:nvPr/>
            </p:nvSpPr>
            <p:spPr>
              <a:xfrm>
                <a:off x="4444161" y="2214803"/>
                <a:ext cx="615056" cy="480214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062" extrusionOk="0">
                    <a:moveTo>
                      <a:pt x="1229" y="1"/>
                    </a:moveTo>
                    <a:cubicBezTo>
                      <a:pt x="1014" y="1"/>
                      <a:pt x="821" y="60"/>
                      <a:pt x="713" y="127"/>
                    </a:cubicBezTo>
                    <a:cubicBezTo>
                      <a:pt x="354" y="336"/>
                      <a:pt x="1" y="847"/>
                      <a:pt x="441" y="1026"/>
                    </a:cubicBezTo>
                    <a:cubicBezTo>
                      <a:pt x="398" y="1607"/>
                      <a:pt x="354" y="1959"/>
                      <a:pt x="677" y="2061"/>
                    </a:cubicBezTo>
                    <a:cubicBezTo>
                      <a:pt x="677" y="2061"/>
                      <a:pt x="656" y="1968"/>
                      <a:pt x="663" y="1802"/>
                    </a:cubicBezTo>
                    <a:cubicBezTo>
                      <a:pt x="561" y="1687"/>
                      <a:pt x="498" y="1478"/>
                      <a:pt x="511" y="1378"/>
                    </a:cubicBezTo>
                    <a:cubicBezTo>
                      <a:pt x="518" y="1321"/>
                      <a:pt x="518" y="1285"/>
                      <a:pt x="518" y="1249"/>
                    </a:cubicBezTo>
                    <a:lnTo>
                      <a:pt x="518" y="1212"/>
                    </a:lnTo>
                    <a:cubicBezTo>
                      <a:pt x="527" y="1169"/>
                      <a:pt x="527" y="1126"/>
                      <a:pt x="527" y="1054"/>
                    </a:cubicBezTo>
                    <a:lnTo>
                      <a:pt x="527" y="967"/>
                    </a:lnTo>
                    <a:lnTo>
                      <a:pt x="527" y="933"/>
                    </a:lnTo>
                    <a:lnTo>
                      <a:pt x="527" y="874"/>
                    </a:lnTo>
                    <a:cubicBezTo>
                      <a:pt x="534" y="702"/>
                      <a:pt x="577" y="545"/>
                      <a:pt x="691" y="407"/>
                    </a:cubicBezTo>
                    <a:cubicBezTo>
                      <a:pt x="727" y="502"/>
                      <a:pt x="777" y="602"/>
                      <a:pt x="863" y="702"/>
                    </a:cubicBezTo>
                    <a:cubicBezTo>
                      <a:pt x="929" y="788"/>
                      <a:pt x="1015" y="867"/>
                      <a:pt x="1131" y="940"/>
                    </a:cubicBezTo>
                    <a:lnTo>
                      <a:pt x="1138" y="947"/>
                    </a:lnTo>
                    <a:cubicBezTo>
                      <a:pt x="1181" y="967"/>
                      <a:pt x="1217" y="997"/>
                      <a:pt x="1260" y="1010"/>
                    </a:cubicBezTo>
                    <a:cubicBezTo>
                      <a:pt x="1433" y="1112"/>
                      <a:pt x="1590" y="1155"/>
                      <a:pt x="1698" y="1183"/>
                    </a:cubicBezTo>
                    <a:lnTo>
                      <a:pt x="1698" y="1176"/>
                    </a:lnTo>
                    <a:cubicBezTo>
                      <a:pt x="1712" y="1162"/>
                      <a:pt x="1726" y="1140"/>
                      <a:pt x="1748" y="1126"/>
                    </a:cubicBezTo>
                    <a:cubicBezTo>
                      <a:pt x="1785" y="1097"/>
                      <a:pt x="1828" y="1076"/>
                      <a:pt x="1885" y="1076"/>
                    </a:cubicBezTo>
                    <a:cubicBezTo>
                      <a:pt x="1928" y="1083"/>
                      <a:pt x="1957" y="1105"/>
                      <a:pt x="1964" y="1140"/>
                    </a:cubicBezTo>
                    <a:cubicBezTo>
                      <a:pt x="1964" y="1155"/>
                      <a:pt x="1971" y="1169"/>
                      <a:pt x="1964" y="1192"/>
                    </a:cubicBezTo>
                    <a:cubicBezTo>
                      <a:pt x="1964" y="1255"/>
                      <a:pt x="1928" y="1342"/>
                      <a:pt x="1885" y="1399"/>
                    </a:cubicBezTo>
                    <a:cubicBezTo>
                      <a:pt x="1812" y="1500"/>
                      <a:pt x="1691" y="1537"/>
                      <a:pt x="1626" y="1537"/>
                    </a:cubicBezTo>
                    <a:cubicBezTo>
                      <a:pt x="1626" y="1544"/>
                      <a:pt x="1626" y="1550"/>
                      <a:pt x="1619" y="1557"/>
                    </a:cubicBezTo>
                    <a:lnTo>
                      <a:pt x="1619" y="1607"/>
                    </a:lnTo>
                    <a:lnTo>
                      <a:pt x="1619" y="1644"/>
                    </a:lnTo>
                    <a:lnTo>
                      <a:pt x="1619" y="1666"/>
                    </a:lnTo>
                    <a:cubicBezTo>
                      <a:pt x="1612" y="1673"/>
                      <a:pt x="1612" y="1680"/>
                      <a:pt x="1612" y="1694"/>
                    </a:cubicBezTo>
                    <a:lnTo>
                      <a:pt x="1612" y="1759"/>
                    </a:lnTo>
                    <a:cubicBezTo>
                      <a:pt x="1612" y="1795"/>
                      <a:pt x="1612" y="1823"/>
                      <a:pt x="1619" y="1852"/>
                    </a:cubicBezTo>
                    <a:cubicBezTo>
                      <a:pt x="1619" y="1895"/>
                      <a:pt x="1626" y="1925"/>
                      <a:pt x="1640" y="1959"/>
                    </a:cubicBezTo>
                    <a:cubicBezTo>
                      <a:pt x="1597" y="1644"/>
                      <a:pt x="1928" y="1680"/>
                      <a:pt x="2086" y="1205"/>
                    </a:cubicBezTo>
                    <a:cubicBezTo>
                      <a:pt x="2130" y="1226"/>
                      <a:pt x="2173" y="1235"/>
                      <a:pt x="2216" y="1235"/>
                    </a:cubicBezTo>
                    <a:cubicBezTo>
                      <a:pt x="2425" y="1235"/>
                      <a:pt x="2604" y="1047"/>
                      <a:pt x="2625" y="810"/>
                    </a:cubicBezTo>
                    <a:cubicBezTo>
                      <a:pt x="2640" y="579"/>
                      <a:pt x="2488" y="393"/>
                      <a:pt x="2280" y="393"/>
                    </a:cubicBezTo>
                    <a:cubicBezTo>
                      <a:pt x="2200" y="393"/>
                      <a:pt x="2130" y="422"/>
                      <a:pt x="2064" y="465"/>
                    </a:cubicBezTo>
                    <a:cubicBezTo>
                      <a:pt x="1993" y="336"/>
                      <a:pt x="1878" y="207"/>
                      <a:pt x="1705" y="113"/>
                    </a:cubicBezTo>
                    <a:cubicBezTo>
                      <a:pt x="1551" y="32"/>
                      <a:pt x="1384" y="1"/>
                      <a:pt x="1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6" name="Google Shape;2416;p51"/>
              <p:cNvSpPr/>
              <p:nvPr/>
            </p:nvSpPr>
            <p:spPr>
              <a:xfrm>
                <a:off x="4559905" y="2309355"/>
                <a:ext cx="343276" cy="347701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1493" extrusionOk="0">
                    <a:moveTo>
                      <a:pt x="194" y="639"/>
                    </a:moveTo>
                    <a:cubicBezTo>
                      <a:pt x="197" y="639"/>
                      <a:pt x="200" y="640"/>
                      <a:pt x="202" y="641"/>
                    </a:cubicBezTo>
                    <a:cubicBezTo>
                      <a:pt x="223" y="641"/>
                      <a:pt x="230" y="656"/>
                      <a:pt x="237" y="670"/>
                    </a:cubicBezTo>
                    <a:cubicBezTo>
                      <a:pt x="246" y="684"/>
                      <a:pt x="246" y="691"/>
                      <a:pt x="246" y="706"/>
                    </a:cubicBezTo>
                    <a:cubicBezTo>
                      <a:pt x="246" y="742"/>
                      <a:pt x="216" y="770"/>
                      <a:pt x="194" y="770"/>
                    </a:cubicBezTo>
                    <a:cubicBezTo>
                      <a:pt x="166" y="763"/>
                      <a:pt x="151" y="734"/>
                      <a:pt x="151" y="699"/>
                    </a:cubicBezTo>
                    <a:cubicBezTo>
                      <a:pt x="151" y="691"/>
                      <a:pt x="151" y="677"/>
                      <a:pt x="159" y="670"/>
                    </a:cubicBezTo>
                    <a:cubicBezTo>
                      <a:pt x="165" y="652"/>
                      <a:pt x="180" y="639"/>
                      <a:pt x="194" y="639"/>
                    </a:cubicBezTo>
                    <a:close/>
                    <a:moveTo>
                      <a:pt x="806" y="699"/>
                    </a:moveTo>
                    <a:cubicBezTo>
                      <a:pt x="841" y="706"/>
                      <a:pt x="863" y="734"/>
                      <a:pt x="856" y="777"/>
                    </a:cubicBezTo>
                    <a:cubicBezTo>
                      <a:pt x="856" y="820"/>
                      <a:pt x="827" y="849"/>
                      <a:pt x="791" y="849"/>
                    </a:cubicBezTo>
                    <a:cubicBezTo>
                      <a:pt x="784" y="849"/>
                      <a:pt x="770" y="843"/>
                      <a:pt x="763" y="829"/>
                    </a:cubicBezTo>
                    <a:cubicBezTo>
                      <a:pt x="748" y="813"/>
                      <a:pt x="741" y="793"/>
                      <a:pt x="741" y="770"/>
                    </a:cubicBezTo>
                    <a:cubicBezTo>
                      <a:pt x="741" y="749"/>
                      <a:pt x="748" y="734"/>
                      <a:pt x="763" y="727"/>
                    </a:cubicBezTo>
                    <a:cubicBezTo>
                      <a:pt x="770" y="706"/>
                      <a:pt x="791" y="699"/>
                      <a:pt x="806" y="699"/>
                    </a:cubicBezTo>
                    <a:close/>
                    <a:moveTo>
                      <a:pt x="194" y="1"/>
                    </a:moveTo>
                    <a:cubicBezTo>
                      <a:pt x="80" y="139"/>
                      <a:pt x="37" y="296"/>
                      <a:pt x="30" y="468"/>
                    </a:cubicBezTo>
                    <a:lnTo>
                      <a:pt x="30" y="527"/>
                    </a:lnTo>
                    <a:lnTo>
                      <a:pt x="30" y="561"/>
                    </a:lnTo>
                    <a:lnTo>
                      <a:pt x="30" y="648"/>
                    </a:lnTo>
                    <a:cubicBezTo>
                      <a:pt x="30" y="720"/>
                      <a:pt x="30" y="763"/>
                      <a:pt x="21" y="806"/>
                    </a:cubicBezTo>
                    <a:lnTo>
                      <a:pt x="21" y="843"/>
                    </a:lnTo>
                    <a:cubicBezTo>
                      <a:pt x="21" y="879"/>
                      <a:pt x="21" y="915"/>
                      <a:pt x="14" y="972"/>
                    </a:cubicBezTo>
                    <a:cubicBezTo>
                      <a:pt x="1" y="1072"/>
                      <a:pt x="64" y="1281"/>
                      <a:pt x="166" y="1396"/>
                    </a:cubicBezTo>
                    <a:cubicBezTo>
                      <a:pt x="209" y="1446"/>
                      <a:pt x="252" y="1476"/>
                      <a:pt x="296" y="1483"/>
                    </a:cubicBezTo>
                    <a:cubicBezTo>
                      <a:pt x="321" y="1489"/>
                      <a:pt x="351" y="1493"/>
                      <a:pt x="384" y="1493"/>
                    </a:cubicBezTo>
                    <a:cubicBezTo>
                      <a:pt x="418" y="1493"/>
                      <a:pt x="453" y="1489"/>
                      <a:pt x="489" y="1483"/>
                    </a:cubicBezTo>
                    <a:cubicBezTo>
                      <a:pt x="575" y="1467"/>
                      <a:pt x="668" y="1446"/>
                      <a:pt x="763" y="1410"/>
                    </a:cubicBezTo>
                    <a:cubicBezTo>
                      <a:pt x="892" y="1346"/>
                      <a:pt x="1022" y="1260"/>
                      <a:pt x="1108" y="1131"/>
                    </a:cubicBezTo>
                    <a:lnTo>
                      <a:pt x="1129" y="1131"/>
                    </a:lnTo>
                    <a:cubicBezTo>
                      <a:pt x="1194" y="1131"/>
                      <a:pt x="1315" y="1094"/>
                      <a:pt x="1388" y="993"/>
                    </a:cubicBezTo>
                    <a:cubicBezTo>
                      <a:pt x="1431" y="936"/>
                      <a:pt x="1467" y="849"/>
                      <a:pt x="1467" y="786"/>
                    </a:cubicBezTo>
                    <a:cubicBezTo>
                      <a:pt x="1474" y="763"/>
                      <a:pt x="1467" y="749"/>
                      <a:pt x="1467" y="734"/>
                    </a:cubicBezTo>
                    <a:cubicBezTo>
                      <a:pt x="1460" y="699"/>
                      <a:pt x="1431" y="677"/>
                      <a:pt x="1388" y="670"/>
                    </a:cubicBezTo>
                    <a:cubicBezTo>
                      <a:pt x="1331" y="670"/>
                      <a:pt x="1288" y="691"/>
                      <a:pt x="1251" y="720"/>
                    </a:cubicBezTo>
                    <a:cubicBezTo>
                      <a:pt x="1229" y="734"/>
                      <a:pt x="1215" y="756"/>
                      <a:pt x="1201" y="770"/>
                    </a:cubicBezTo>
                    <a:lnTo>
                      <a:pt x="1201" y="777"/>
                    </a:lnTo>
                    <a:cubicBezTo>
                      <a:pt x="1093" y="749"/>
                      <a:pt x="936" y="706"/>
                      <a:pt x="763" y="604"/>
                    </a:cubicBezTo>
                    <a:cubicBezTo>
                      <a:pt x="720" y="591"/>
                      <a:pt x="684" y="561"/>
                      <a:pt x="641" y="541"/>
                    </a:cubicBezTo>
                    <a:lnTo>
                      <a:pt x="634" y="534"/>
                    </a:lnTo>
                    <a:cubicBezTo>
                      <a:pt x="518" y="461"/>
                      <a:pt x="432" y="382"/>
                      <a:pt x="366" y="296"/>
                    </a:cubicBezTo>
                    <a:cubicBezTo>
                      <a:pt x="280" y="196"/>
                      <a:pt x="230" y="96"/>
                      <a:pt x="194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7" name="Google Shape;2417;p51"/>
              <p:cNvSpPr/>
              <p:nvPr/>
            </p:nvSpPr>
            <p:spPr>
              <a:xfrm>
                <a:off x="4732241" y="2472142"/>
                <a:ext cx="28878" cy="3516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1" extrusionOk="0">
                    <a:moveTo>
                      <a:pt x="66" y="0"/>
                    </a:moveTo>
                    <a:cubicBezTo>
                      <a:pt x="51" y="0"/>
                      <a:pt x="30" y="7"/>
                      <a:pt x="23" y="28"/>
                    </a:cubicBezTo>
                    <a:cubicBezTo>
                      <a:pt x="8" y="35"/>
                      <a:pt x="1" y="50"/>
                      <a:pt x="1" y="71"/>
                    </a:cubicBezTo>
                    <a:cubicBezTo>
                      <a:pt x="1" y="94"/>
                      <a:pt x="8" y="114"/>
                      <a:pt x="23" y="130"/>
                    </a:cubicBezTo>
                    <a:cubicBezTo>
                      <a:pt x="30" y="144"/>
                      <a:pt x="44" y="150"/>
                      <a:pt x="51" y="150"/>
                    </a:cubicBezTo>
                    <a:cubicBezTo>
                      <a:pt x="87" y="150"/>
                      <a:pt x="116" y="121"/>
                      <a:pt x="116" y="78"/>
                    </a:cubicBezTo>
                    <a:cubicBezTo>
                      <a:pt x="123" y="35"/>
                      <a:pt x="101" y="7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8" name="Google Shape;2418;p51"/>
              <p:cNvSpPr/>
              <p:nvPr/>
            </p:nvSpPr>
            <p:spPr>
              <a:xfrm>
                <a:off x="4594838" y="2457936"/>
                <a:ext cx="22357" cy="30974"/>
              </a:xfrm>
              <a:custGeom>
                <a:avLst/>
                <a:gdLst/>
                <a:ahLst/>
                <a:cxnLst/>
                <a:rect l="l" t="t" r="r" b="b"/>
                <a:pathLst>
                  <a:path w="96" h="133" extrusionOk="0">
                    <a:moveTo>
                      <a:pt x="44" y="1"/>
                    </a:moveTo>
                    <a:cubicBezTo>
                      <a:pt x="30" y="1"/>
                      <a:pt x="15" y="14"/>
                      <a:pt x="9" y="32"/>
                    </a:cubicBezTo>
                    <a:cubicBezTo>
                      <a:pt x="1" y="39"/>
                      <a:pt x="1" y="53"/>
                      <a:pt x="1" y="61"/>
                    </a:cubicBezTo>
                    <a:cubicBezTo>
                      <a:pt x="1" y="96"/>
                      <a:pt x="16" y="125"/>
                      <a:pt x="44" y="132"/>
                    </a:cubicBezTo>
                    <a:cubicBezTo>
                      <a:pt x="66" y="132"/>
                      <a:pt x="96" y="104"/>
                      <a:pt x="96" y="68"/>
                    </a:cubicBezTo>
                    <a:cubicBezTo>
                      <a:pt x="96" y="53"/>
                      <a:pt x="96" y="46"/>
                      <a:pt x="87" y="32"/>
                    </a:cubicBezTo>
                    <a:cubicBezTo>
                      <a:pt x="80" y="18"/>
                      <a:pt x="73" y="3"/>
                      <a:pt x="52" y="3"/>
                    </a:cubicBezTo>
                    <a:cubicBezTo>
                      <a:pt x="50" y="2"/>
                      <a:pt x="47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9" name="Google Shape;2419;p51"/>
              <p:cNvSpPr/>
              <p:nvPr/>
            </p:nvSpPr>
            <p:spPr>
              <a:xfrm>
                <a:off x="4623483" y="2525473"/>
                <a:ext cx="8617" cy="20494"/>
              </a:xfrm>
              <a:custGeom>
                <a:avLst/>
                <a:gdLst/>
                <a:ahLst/>
                <a:cxnLst/>
                <a:rect l="l" t="t" r="r" b="b"/>
                <a:pathLst>
                  <a:path w="37" h="88" fill="none" extrusionOk="0">
                    <a:moveTo>
                      <a:pt x="36" y="87"/>
                    </a:moveTo>
                    <a:cubicBezTo>
                      <a:pt x="36" y="87"/>
                      <a:pt x="0" y="58"/>
                      <a:pt x="23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0" name="Google Shape;2420;p51"/>
              <p:cNvSpPr/>
              <p:nvPr/>
            </p:nvSpPr>
            <p:spPr>
              <a:xfrm>
                <a:off x="4625113" y="2584161"/>
                <a:ext cx="57290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46" h="58" fill="none" extrusionOk="0">
                    <a:moveTo>
                      <a:pt x="0" y="14"/>
                    </a:moveTo>
                    <a:cubicBezTo>
                      <a:pt x="0" y="14"/>
                      <a:pt x="116" y="58"/>
                      <a:pt x="245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1" name="Google Shape;2421;p51"/>
              <p:cNvSpPr/>
              <p:nvPr/>
            </p:nvSpPr>
            <p:spPr>
              <a:xfrm>
                <a:off x="4697308" y="2435113"/>
                <a:ext cx="11877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51" h="8" fill="none" extrusionOk="0">
                    <a:moveTo>
                      <a:pt x="51" y="1"/>
                    </a:moveTo>
                    <a:cubicBezTo>
                      <a:pt x="14" y="1"/>
                      <a:pt x="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2" name="Google Shape;2422;p51"/>
              <p:cNvSpPr/>
              <p:nvPr/>
            </p:nvSpPr>
            <p:spPr>
              <a:xfrm>
                <a:off x="4600195" y="2419976"/>
                <a:ext cx="20261" cy="6987"/>
              </a:xfrm>
              <a:custGeom>
                <a:avLst/>
                <a:gdLst/>
                <a:ahLst/>
                <a:cxnLst/>
                <a:rect l="l" t="t" r="r" b="b"/>
                <a:pathLst>
                  <a:path w="87" h="30" fill="none" extrusionOk="0">
                    <a:moveTo>
                      <a:pt x="86" y="29"/>
                    </a:moveTo>
                    <a:cubicBezTo>
                      <a:pt x="86" y="29"/>
                      <a:pt x="50" y="9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3" name="Google Shape;2423;p51"/>
              <p:cNvSpPr/>
              <p:nvPr/>
            </p:nvSpPr>
            <p:spPr>
              <a:xfrm>
                <a:off x="4866151" y="3104894"/>
                <a:ext cx="217983" cy="291575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252" extrusionOk="0">
                    <a:moveTo>
                      <a:pt x="763" y="0"/>
                    </a:moveTo>
                    <a:cubicBezTo>
                      <a:pt x="647" y="50"/>
                      <a:pt x="361" y="173"/>
                      <a:pt x="318" y="194"/>
                    </a:cubicBezTo>
                    <a:cubicBezTo>
                      <a:pt x="268" y="216"/>
                      <a:pt x="238" y="266"/>
                      <a:pt x="209" y="323"/>
                    </a:cubicBezTo>
                    <a:cubicBezTo>
                      <a:pt x="188" y="380"/>
                      <a:pt x="36" y="668"/>
                      <a:pt x="23" y="704"/>
                    </a:cubicBezTo>
                    <a:cubicBezTo>
                      <a:pt x="9" y="747"/>
                      <a:pt x="9" y="913"/>
                      <a:pt x="0" y="956"/>
                    </a:cubicBezTo>
                    <a:cubicBezTo>
                      <a:pt x="0" y="992"/>
                      <a:pt x="52" y="1129"/>
                      <a:pt x="66" y="1156"/>
                    </a:cubicBezTo>
                    <a:cubicBezTo>
                      <a:pt x="72" y="1190"/>
                      <a:pt x="84" y="1229"/>
                      <a:pt x="99" y="1229"/>
                    </a:cubicBezTo>
                    <a:cubicBezTo>
                      <a:pt x="100" y="1229"/>
                      <a:pt x="101" y="1229"/>
                      <a:pt x="102" y="1229"/>
                    </a:cubicBezTo>
                    <a:cubicBezTo>
                      <a:pt x="122" y="1222"/>
                      <a:pt x="143" y="1183"/>
                      <a:pt x="139" y="1154"/>
                    </a:cubicBezTo>
                    <a:lnTo>
                      <a:pt x="139" y="1154"/>
                    </a:lnTo>
                    <a:cubicBezTo>
                      <a:pt x="141" y="1160"/>
                      <a:pt x="145" y="1168"/>
                      <a:pt x="145" y="1179"/>
                    </a:cubicBezTo>
                    <a:cubicBezTo>
                      <a:pt x="151" y="1212"/>
                      <a:pt x="164" y="1252"/>
                      <a:pt x="178" y="1252"/>
                    </a:cubicBezTo>
                    <a:cubicBezTo>
                      <a:pt x="179" y="1252"/>
                      <a:pt x="180" y="1252"/>
                      <a:pt x="181" y="1251"/>
                    </a:cubicBezTo>
                    <a:cubicBezTo>
                      <a:pt x="195" y="1242"/>
                      <a:pt x="231" y="1199"/>
                      <a:pt x="216" y="1122"/>
                    </a:cubicBezTo>
                    <a:cubicBezTo>
                      <a:pt x="216" y="1099"/>
                      <a:pt x="216" y="1079"/>
                      <a:pt x="209" y="1063"/>
                    </a:cubicBezTo>
                    <a:lnTo>
                      <a:pt x="209" y="1042"/>
                    </a:lnTo>
                    <a:lnTo>
                      <a:pt x="209" y="1027"/>
                    </a:lnTo>
                    <a:cubicBezTo>
                      <a:pt x="224" y="1070"/>
                      <a:pt x="268" y="1149"/>
                      <a:pt x="281" y="1172"/>
                    </a:cubicBezTo>
                    <a:cubicBezTo>
                      <a:pt x="285" y="1181"/>
                      <a:pt x="296" y="1188"/>
                      <a:pt x="307" y="1188"/>
                    </a:cubicBezTo>
                    <a:cubicBezTo>
                      <a:pt x="321" y="1188"/>
                      <a:pt x="335" y="1179"/>
                      <a:pt x="338" y="1156"/>
                    </a:cubicBezTo>
                    <a:cubicBezTo>
                      <a:pt x="338" y="1106"/>
                      <a:pt x="324" y="1063"/>
                      <a:pt x="318" y="1027"/>
                    </a:cubicBezTo>
                    <a:cubicBezTo>
                      <a:pt x="306" y="1005"/>
                      <a:pt x="312" y="965"/>
                      <a:pt x="313" y="932"/>
                    </a:cubicBezTo>
                    <a:lnTo>
                      <a:pt x="313" y="932"/>
                    </a:lnTo>
                    <a:cubicBezTo>
                      <a:pt x="315" y="948"/>
                      <a:pt x="318" y="961"/>
                      <a:pt x="318" y="970"/>
                    </a:cubicBezTo>
                    <a:cubicBezTo>
                      <a:pt x="331" y="1006"/>
                      <a:pt x="425" y="1092"/>
                      <a:pt x="440" y="1106"/>
                    </a:cubicBezTo>
                    <a:cubicBezTo>
                      <a:pt x="442" y="1109"/>
                      <a:pt x="445" y="1110"/>
                      <a:pt x="447" y="1110"/>
                    </a:cubicBezTo>
                    <a:cubicBezTo>
                      <a:pt x="462" y="1110"/>
                      <a:pt x="480" y="1076"/>
                      <a:pt x="461" y="1027"/>
                    </a:cubicBezTo>
                    <a:cubicBezTo>
                      <a:pt x="440" y="970"/>
                      <a:pt x="411" y="956"/>
                      <a:pt x="411" y="920"/>
                    </a:cubicBezTo>
                    <a:cubicBezTo>
                      <a:pt x="411" y="891"/>
                      <a:pt x="397" y="761"/>
                      <a:pt x="404" y="747"/>
                    </a:cubicBezTo>
                    <a:cubicBezTo>
                      <a:pt x="411" y="734"/>
                      <a:pt x="490" y="647"/>
                      <a:pt x="518" y="518"/>
                    </a:cubicBezTo>
                    <a:cubicBezTo>
                      <a:pt x="533" y="452"/>
                      <a:pt x="533" y="409"/>
                      <a:pt x="554" y="395"/>
                    </a:cubicBezTo>
                    <a:cubicBezTo>
                      <a:pt x="561" y="380"/>
                      <a:pt x="706" y="345"/>
                      <a:pt x="820" y="316"/>
                    </a:cubicBezTo>
                    <a:cubicBezTo>
                      <a:pt x="863" y="309"/>
                      <a:pt x="906" y="294"/>
                      <a:pt x="935" y="287"/>
                    </a:cubicBezTo>
                    <a:lnTo>
                      <a:pt x="899" y="230"/>
                    </a:lnTo>
                    <a:lnTo>
                      <a:pt x="763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4" name="Google Shape;2424;p51"/>
              <p:cNvSpPr/>
              <p:nvPr/>
            </p:nvSpPr>
            <p:spPr>
              <a:xfrm>
                <a:off x="4931592" y="3283751"/>
                <a:ext cx="6987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30" h="130" fill="none" extrusionOk="0">
                    <a:moveTo>
                      <a:pt x="0" y="0"/>
                    </a:moveTo>
                    <a:cubicBezTo>
                      <a:pt x="0" y="0"/>
                      <a:pt x="14" y="73"/>
                      <a:pt x="30" y="12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5" name="Google Shape;2425;p51"/>
              <p:cNvSpPr/>
              <p:nvPr/>
            </p:nvSpPr>
            <p:spPr>
              <a:xfrm>
                <a:off x="4938346" y="3313794"/>
                <a:ext cx="233" cy="2329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fill="none" extrusionOk="0">
                    <a:moveTo>
                      <a:pt x="1" y="9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6" name="Google Shape;2426;p51"/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10" extrusionOk="0">
                    <a:moveTo>
                      <a:pt x="0" y="1"/>
                    </a:moveTo>
                    <a:cubicBezTo>
                      <a:pt x="0" y="1"/>
                      <a:pt x="14" y="123"/>
                      <a:pt x="21" y="194"/>
                    </a:cubicBezTo>
                    <a:cubicBezTo>
                      <a:pt x="21" y="201"/>
                      <a:pt x="21" y="201"/>
                      <a:pt x="28" y="20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7" name="Google Shape;2427;p51"/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10" fill="none" extrusionOk="0">
                    <a:moveTo>
                      <a:pt x="28" y="209"/>
                    </a:moveTo>
                    <a:cubicBezTo>
                      <a:pt x="21" y="201"/>
                      <a:pt x="21" y="201"/>
                      <a:pt x="21" y="194"/>
                    </a:cubicBezTo>
                    <a:cubicBezTo>
                      <a:pt x="14" y="123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8" name="Google Shape;2428;p51"/>
              <p:cNvSpPr/>
              <p:nvPr/>
            </p:nvSpPr>
            <p:spPr>
              <a:xfrm>
                <a:off x="4912961" y="3332192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fill="none" extrusionOk="0">
                    <a:moveTo>
                      <a:pt x="1" y="1"/>
                    </a:moveTo>
                    <a:cubicBezTo>
                      <a:pt x="1" y="8"/>
                      <a:pt x="1" y="8"/>
                      <a:pt x="8" y="16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9" name="Google Shape;2429;p51"/>
              <p:cNvSpPr/>
              <p:nvPr/>
            </p:nvSpPr>
            <p:spPr>
              <a:xfrm>
                <a:off x="4914591" y="3337548"/>
                <a:ext cx="23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1" h="15" fill="none" extrusionOk="0">
                    <a:moveTo>
                      <a:pt x="1" y="14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0" name="Google Shape;2430;p51"/>
              <p:cNvSpPr/>
              <p:nvPr/>
            </p:nvSpPr>
            <p:spPr>
              <a:xfrm>
                <a:off x="4914591" y="3347562"/>
                <a:ext cx="23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2" fill="none" extrusionOk="0">
                    <a:moveTo>
                      <a:pt x="1" y="21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1" name="Google Shape;2431;p51"/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avLst/>
                <a:gdLst/>
                <a:ahLst/>
                <a:cxnLst/>
                <a:rect l="l" t="t" r="r" b="b"/>
                <a:pathLst>
                  <a:path w="53" h="367" extrusionOk="0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2" name="Google Shape;2432;p51"/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avLst/>
                <a:gdLst/>
                <a:ahLst/>
                <a:cxnLst/>
                <a:rect l="l" t="t" r="r" b="b"/>
                <a:pathLst>
                  <a:path w="53" h="367" fill="none" extrusionOk="0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3" name="Google Shape;2433;p51"/>
              <p:cNvSpPr/>
              <p:nvPr/>
            </p:nvSpPr>
            <p:spPr>
              <a:xfrm>
                <a:off x="4884549" y="2778388"/>
                <a:ext cx="430609" cy="401731"/>
              </a:xfrm>
              <a:custGeom>
                <a:avLst/>
                <a:gdLst/>
                <a:ahLst/>
                <a:cxnLst/>
                <a:rect l="l" t="t" r="r" b="b"/>
                <a:pathLst>
                  <a:path w="1849" h="1725" extrusionOk="0">
                    <a:moveTo>
                      <a:pt x="316" y="0"/>
                    </a:moveTo>
                    <a:cubicBezTo>
                      <a:pt x="206" y="0"/>
                      <a:pt x="41" y="235"/>
                      <a:pt x="7" y="511"/>
                    </a:cubicBezTo>
                    <a:lnTo>
                      <a:pt x="7" y="554"/>
                    </a:lnTo>
                    <a:lnTo>
                      <a:pt x="7" y="574"/>
                    </a:lnTo>
                    <a:cubicBezTo>
                      <a:pt x="0" y="654"/>
                      <a:pt x="7" y="726"/>
                      <a:pt x="16" y="790"/>
                    </a:cubicBezTo>
                    <a:cubicBezTo>
                      <a:pt x="16" y="812"/>
                      <a:pt x="23" y="826"/>
                      <a:pt x="23" y="849"/>
                    </a:cubicBezTo>
                    <a:cubicBezTo>
                      <a:pt x="44" y="942"/>
                      <a:pt x="73" y="1014"/>
                      <a:pt x="116" y="1057"/>
                    </a:cubicBezTo>
                    <a:cubicBezTo>
                      <a:pt x="137" y="1085"/>
                      <a:pt x="166" y="1107"/>
                      <a:pt x="195" y="1114"/>
                    </a:cubicBezTo>
                    <a:lnTo>
                      <a:pt x="232" y="1114"/>
                    </a:lnTo>
                    <a:lnTo>
                      <a:pt x="232" y="1128"/>
                    </a:lnTo>
                    <a:cubicBezTo>
                      <a:pt x="375" y="1151"/>
                      <a:pt x="942" y="1244"/>
                      <a:pt x="942" y="1244"/>
                    </a:cubicBezTo>
                    <a:cubicBezTo>
                      <a:pt x="827" y="1294"/>
                      <a:pt x="670" y="1373"/>
                      <a:pt x="670" y="1373"/>
                    </a:cubicBezTo>
                    <a:lnTo>
                      <a:pt x="684" y="1402"/>
                    </a:lnTo>
                    <a:lnTo>
                      <a:pt x="820" y="1632"/>
                    </a:lnTo>
                    <a:lnTo>
                      <a:pt x="856" y="1689"/>
                    </a:lnTo>
                    <a:lnTo>
                      <a:pt x="870" y="1725"/>
                    </a:lnTo>
                    <a:cubicBezTo>
                      <a:pt x="870" y="1725"/>
                      <a:pt x="1208" y="1696"/>
                      <a:pt x="1460" y="1625"/>
                    </a:cubicBezTo>
                    <a:cubicBezTo>
                      <a:pt x="1553" y="1596"/>
                      <a:pt x="1632" y="1559"/>
                      <a:pt x="1676" y="1516"/>
                    </a:cubicBezTo>
                    <a:cubicBezTo>
                      <a:pt x="1848" y="1359"/>
                      <a:pt x="1812" y="1230"/>
                      <a:pt x="1755" y="1171"/>
                    </a:cubicBezTo>
                    <a:cubicBezTo>
                      <a:pt x="1741" y="1157"/>
                      <a:pt x="1719" y="1135"/>
                      <a:pt x="1676" y="1107"/>
                    </a:cubicBezTo>
                    <a:cubicBezTo>
                      <a:pt x="1526" y="978"/>
                      <a:pt x="1172" y="683"/>
                      <a:pt x="949" y="497"/>
                    </a:cubicBezTo>
                    <a:cubicBezTo>
                      <a:pt x="684" y="272"/>
                      <a:pt x="346" y="7"/>
                      <a:pt x="346" y="7"/>
                    </a:cubicBezTo>
                    <a:cubicBezTo>
                      <a:pt x="336" y="2"/>
                      <a:pt x="326" y="0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4" name="Google Shape;2434;p51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5" name="Google Shape;2435;p51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6" name="Google Shape;2436;p51"/>
              <p:cNvSpPr/>
              <p:nvPr/>
            </p:nvSpPr>
            <p:spPr>
              <a:xfrm>
                <a:off x="5040350" y="3030837"/>
                <a:ext cx="206105" cy="140897"/>
              </a:xfrm>
              <a:custGeom>
                <a:avLst/>
                <a:gdLst/>
                <a:ahLst/>
                <a:cxnLst/>
                <a:rect l="l" t="t" r="r" b="b"/>
                <a:pathLst>
                  <a:path w="885" h="605" fill="none" extrusionOk="0">
                    <a:moveTo>
                      <a:pt x="884" y="51"/>
                    </a:moveTo>
                    <a:cubicBezTo>
                      <a:pt x="575" y="1"/>
                      <a:pt x="439" y="73"/>
                      <a:pt x="382" y="110"/>
                    </a:cubicBezTo>
                    <a:cubicBezTo>
                      <a:pt x="360" y="117"/>
                      <a:pt x="323" y="130"/>
                      <a:pt x="273" y="160"/>
                    </a:cubicBezTo>
                    <a:cubicBezTo>
                      <a:pt x="158" y="210"/>
                      <a:pt x="1" y="289"/>
                      <a:pt x="1" y="289"/>
                    </a:cubicBezTo>
                    <a:lnTo>
                      <a:pt x="15" y="318"/>
                    </a:lnTo>
                    <a:lnTo>
                      <a:pt x="151" y="548"/>
                    </a:lnTo>
                    <a:lnTo>
                      <a:pt x="187" y="605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7" name="Google Shape;2437;p51"/>
              <p:cNvSpPr/>
              <p:nvPr/>
            </p:nvSpPr>
            <p:spPr>
              <a:xfrm>
                <a:off x="4549891" y="2428360"/>
                <a:ext cx="309973" cy="109690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471" extrusionOk="0">
                    <a:moveTo>
                      <a:pt x="130" y="43"/>
                    </a:moveTo>
                    <a:cubicBezTo>
                      <a:pt x="144" y="43"/>
                      <a:pt x="159" y="43"/>
                      <a:pt x="180" y="50"/>
                    </a:cubicBezTo>
                    <a:cubicBezTo>
                      <a:pt x="202" y="50"/>
                      <a:pt x="223" y="59"/>
                      <a:pt x="252" y="59"/>
                    </a:cubicBezTo>
                    <a:cubicBezTo>
                      <a:pt x="273" y="66"/>
                      <a:pt x="302" y="73"/>
                      <a:pt x="323" y="87"/>
                    </a:cubicBezTo>
                    <a:lnTo>
                      <a:pt x="339" y="87"/>
                    </a:lnTo>
                    <a:lnTo>
                      <a:pt x="339" y="93"/>
                    </a:lnTo>
                    <a:lnTo>
                      <a:pt x="346" y="102"/>
                    </a:lnTo>
                    <a:lnTo>
                      <a:pt x="346" y="145"/>
                    </a:lnTo>
                    <a:cubicBezTo>
                      <a:pt x="346" y="152"/>
                      <a:pt x="346" y="159"/>
                      <a:pt x="339" y="166"/>
                    </a:cubicBezTo>
                    <a:lnTo>
                      <a:pt x="339" y="188"/>
                    </a:lnTo>
                    <a:cubicBezTo>
                      <a:pt x="339" y="202"/>
                      <a:pt x="332" y="216"/>
                      <a:pt x="332" y="238"/>
                    </a:cubicBezTo>
                    <a:cubicBezTo>
                      <a:pt x="316" y="266"/>
                      <a:pt x="309" y="302"/>
                      <a:pt x="289" y="318"/>
                    </a:cubicBezTo>
                    <a:cubicBezTo>
                      <a:pt x="273" y="332"/>
                      <a:pt x="259" y="338"/>
                      <a:pt x="245" y="345"/>
                    </a:cubicBezTo>
                    <a:cubicBezTo>
                      <a:pt x="230" y="345"/>
                      <a:pt x="216" y="352"/>
                      <a:pt x="194" y="352"/>
                    </a:cubicBezTo>
                    <a:cubicBezTo>
                      <a:pt x="166" y="352"/>
                      <a:pt x="130" y="345"/>
                      <a:pt x="107" y="325"/>
                    </a:cubicBezTo>
                    <a:cubicBezTo>
                      <a:pt x="80" y="309"/>
                      <a:pt x="57" y="288"/>
                      <a:pt x="44" y="266"/>
                    </a:cubicBezTo>
                    <a:lnTo>
                      <a:pt x="44" y="252"/>
                    </a:lnTo>
                    <a:cubicBezTo>
                      <a:pt x="44" y="252"/>
                      <a:pt x="44" y="245"/>
                      <a:pt x="37" y="245"/>
                    </a:cubicBezTo>
                    <a:lnTo>
                      <a:pt x="37" y="238"/>
                    </a:lnTo>
                    <a:lnTo>
                      <a:pt x="37" y="231"/>
                    </a:lnTo>
                    <a:cubicBezTo>
                      <a:pt x="37" y="216"/>
                      <a:pt x="37" y="202"/>
                      <a:pt x="44" y="188"/>
                    </a:cubicBezTo>
                    <a:cubicBezTo>
                      <a:pt x="44" y="166"/>
                      <a:pt x="51" y="137"/>
                      <a:pt x="51" y="116"/>
                    </a:cubicBezTo>
                    <a:cubicBezTo>
                      <a:pt x="57" y="102"/>
                      <a:pt x="57" y="80"/>
                      <a:pt x="64" y="73"/>
                    </a:cubicBezTo>
                    <a:cubicBezTo>
                      <a:pt x="73" y="66"/>
                      <a:pt x="73" y="59"/>
                      <a:pt x="73" y="59"/>
                    </a:cubicBezTo>
                    <a:lnTo>
                      <a:pt x="80" y="50"/>
                    </a:lnTo>
                    <a:lnTo>
                      <a:pt x="87" y="50"/>
                    </a:lnTo>
                    <a:cubicBezTo>
                      <a:pt x="87" y="50"/>
                      <a:pt x="94" y="50"/>
                      <a:pt x="94" y="43"/>
                    </a:cubicBezTo>
                    <a:close/>
                    <a:moveTo>
                      <a:pt x="677" y="109"/>
                    </a:moveTo>
                    <a:cubicBezTo>
                      <a:pt x="697" y="116"/>
                      <a:pt x="727" y="116"/>
                      <a:pt x="754" y="116"/>
                    </a:cubicBezTo>
                    <a:cubicBezTo>
                      <a:pt x="777" y="116"/>
                      <a:pt x="813" y="123"/>
                      <a:pt x="849" y="123"/>
                    </a:cubicBezTo>
                    <a:cubicBezTo>
                      <a:pt x="884" y="130"/>
                      <a:pt x="920" y="137"/>
                      <a:pt x="956" y="145"/>
                    </a:cubicBezTo>
                    <a:cubicBezTo>
                      <a:pt x="979" y="145"/>
                      <a:pt x="999" y="152"/>
                      <a:pt x="1013" y="159"/>
                    </a:cubicBezTo>
                    <a:cubicBezTo>
                      <a:pt x="1029" y="159"/>
                      <a:pt x="1036" y="159"/>
                      <a:pt x="1049" y="166"/>
                    </a:cubicBezTo>
                    <a:lnTo>
                      <a:pt x="1056" y="166"/>
                    </a:lnTo>
                    <a:cubicBezTo>
                      <a:pt x="1056" y="173"/>
                      <a:pt x="1056" y="173"/>
                      <a:pt x="1065" y="173"/>
                    </a:cubicBezTo>
                    <a:cubicBezTo>
                      <a:pt x="1072" y="188"/>
                      <a:pt x="1072" y="202"/>
                      <a:pt x="1072" y="223"/>
                    </a:cubicBezTo>
                    <a:cubicBezTo>
                      <a:pt x="1079" y="231"/>
                      <a:pt x="1079" y="238"/>
                      <a:pt x="1079" y="245"/>
                    </a:cubicBezTo>
                    <a:lnTo>
                      <a:pt x="1079" y="259"/>
                    </a:lnTo>
                    <a:cubicBezTo>
                      <a:pt x="1072" y="266"/>
                      <a:pt x="1072" y="302"/>
                      <a:pt x="1072" y="309"/>
                    </a:cubicBezTo>
                    <a:cubicBezTo>
                      <a:pt x="1065" y="325"/>
                      <a:pt x="1065" y="332"/>
                      <a:pt x="1056" y="345"/>
                    </a:cubicBezTo>
                    <a:cubicBezTo>
                      <a:pt x="1056" y="361"/>
                      <a:pt x="1049" y="368"/>
                      <a:pt x="1049" y="375"/>
                    </a:cubicBezTo>
                    <a:cubicBezTo>
                      <a:pt x="1036" y="395"/>
                      <a:pt x="1022" y="404"/>
                      <a:pt x="999" y="418"/>
                    </a:cubicBezTo>
                    <a:cubicBezTo>
                      <a:pt x="992" y="425"/>
                      <a:pt x="986" y="425"/>
                      <a:pt x="970" y="432"/>
                    </a:cubicBezTo>
                    <a:lnTo>
                      <a:pt x="942" y="439"/>
                    </a:lnTo>
                    <a:cubicBezTo>
                      <a:pt x="913" y="439"/>
                      <a:pt x="892" y="447"/>
                      <a:pt x="870" y="447"/>
                    </a:cubicBezTo>
                    <a:cubicBezTo>
                      <a:pt x="827" y="447"/>
                      <a:pt x="784" y="447"/>
                      <a:pt x="741" y="432"/>
                    </a:cubicBezTo>
                    <a:cubicBezTo>
                      <a:pt x="697" y="425"/>
                      <a:pt x="661" y="411"/>
                      <a:pt x="625" y="388"/>
                    </a:cubicBezTo>
                    <a:cubicBezTo>
                      <a:pt x="611" y="382"/>
                      <a:pt x="590" y="368"/>
                      <a:pt x="582" y="352"/>
                    </a:cubicBezTo>
                    <a:cubicBezTo>
                      <a:pt x="575" y="352"/>
                      <a:pt x="568" y="345"/>
                      <a:pt x="561" y="338"/>
                    </a:cubicBezTo>
                    <a:lnTo>
                      <a:pt x="561" y="332"/>
                    </a:lnTo>
                    <a:lnTo>
                      <a:pt x="554" y="332"/>
                    </a:lnTo>
                    <a:lnTo>
                      <a:pt x="554" y="318"/>
                    </a:lnTo>
                    <a:cubicBezTo>
                      <a:pt x="547" y="288"/>
                      <a:pt x="554" y="231"/>
                      <a:pt x="561" y="202"/>
                    </a:cubicBezTo>
                    <a:lnTo>
                      <a:pt x="561" y="180"/>
                    </a:lnTo>
                    <a:cubicBezTo>
                      <a:pt x="561" y="173"/>
                      <a:pt x="568" y="173"/>
                      <a:pt x="568" y="166"/>
                    </a:cubicBezTo>
                    <a:cubicBezTo>
                      <a:pt x="568" y="152"/>
                      <a:pt x="575" y="145"/>
                      <a:pt x="575" y="137"/>
                    </a:cubicBezTo>
                    <a:cubicBezTo>
                      <a:pt x="590" y="123"/>
                      <a:pt x="597" y="116"/>
                      <a:pt x="604" y="116"/>
                    </a:cubicBezTo>
                    <a:lnTo>
                      <a:pt x="618" y="116"/>
                    </a:lnTo>
                    <a:cubicBezTo>
                      <a:pt x="618" y="116"/>
                      <a:pt x="640" y="116"/>
                      <a:pt x="677" y="109"/>
                    </a:cubicBezTo>
                    <a:close/>
                    <a:moveTo>
                      <a:pt x="130" y="0"/>
                    </a:moveTo>
                    <a:cubicBezTo>
                      <a:pt x="116" y="0"/>
                      <a:pt x="101" y="7"/>
                      <a:pt x="94" y="7"/>
                    </a:cubicBezTo>
                    <a:lnTo>
                      <a:pt x="73" y="7"/>
                    </a:lnTo>
                    <a:cubicBezTo>
                      <a:pt x="73" y="12"/>
                      <a:pt x="71" y="12"/>
                      <a:pt x="68" y="12"/>
                    </a:cubicBezTo>
                    <a:cubicBezTo>
                      <a:pt x="65" y="12"/>
                      <a:pt x="61" y="12"/>
                      <a:pt x="57" y="16"/>
                    </a:cubicBezTo>
                    <a:lnTo>
                      <a:pt x="57" y="23"/>
                    </a:lnTo>
                    <a:cubicBezTo>
                      <a:pt x="57" y="23"/>
                      <a:pt x="21" y="30"/>
                      <a:pt x="14" y="37"/>
                    </a:cubicBezTo>
                    <a:cubicBezTo>
                      <a:pt x="7" y="37"/>
                      <a:pt x="7" y="43"/>
                      <a:pt x="7" y="50"/>
                    </a:cubicBezTo>
                    <a:cubicBezTo>
                      <a:pt x="0" y="59"/>
                      <a:pt x="0" y="73"/>
                      <a:pt x="0" y="80"/>
                    </a:cubicBezTo>
                    <a:cubicBezTo>
                      <a:pt x="0" y="80"/>
                      <a:pt x="14" y="87"/>
                      <a:pt x="21" y="93"/>
                    </a:cubicBezTo>
                    <a:cubicBezTo>
                      <a:pt x="21" y="102"/>
                      <a:pt x="14" y="109"/>
                      <a:pt x="14" y="116"/>
                    </a:cubicBezTo>
                    <a:cubicBezTo>
                      <a:pt x="14" y="137"/>
                      <a:pt x="7" y="159"/>
                      <a:pt x="7" y="188"/>
                    </a:cubicBezTo>
                    <a:lnTo>
                      <a:pt x="7" y="231"/>
                    </a:lnTo>
                    <a:lnTo>
                      <a:pt x="7" y="238"/>
                    </a:lnTo>
                    <a:lnTo>
                      <a:pt x="7" y="245"/>
                    </a:lnTo>
                    <a:lnTo>
                      <a:pt x="7" y="252"/>
                    </a:lnTo>
                    <a:cubicBezTo>
                      <a:pt x="14" y="259"/>
                      <a:pt x="14" y="266"/>
                      <a:pt x="21" y="275"/>
                    </a:cubicBezTo>
                    <a:cubicBezTo>
                      <a:pt x="37" y="302"/>
                      <a:pt x="64" y="332"/>
                      <a:pt x="94" y="345"/>
                    </a:cubicBezTo>
                    <a:cubicBezTo>
                      <a:pt x="123" y="368"/>
                      <a:pt x="159" y="375"/>
                      <a:pt x="194" y="375"/>
                    </a:cubicBezTo>
                    <a:cubicBezTo>
                      <a:pt x="230" y="375"/>
                      <a:pt x="273" y="368"/>
                      <a:pt x="302" y="338"/>
                    </a:cubicBezTo>
                    <a:cubicBezTo>
                      <a:pt x="339" y="318"/>
                      <a:pt x="352" y="282"/>
                      <a:pt x="366" y="252"/>
                    </a:cubicBezTo>
                    <a:cubicBezTo>
                      <a:pt x="375" y="231"/>
                      <a:pt x="382" y="216"/>
                      <a:pt x="382" y="195"/>
                    </a:cubicBezTo>
                    <a:cubicBezTo>
                      <a:pt x="389" y="188"/>
                      <a:pt x="389" y="180"/>
                      <a:pt x="389" y="173"/>
                    </a:cubicBezTo>
                    <a:cubicBezTo>
                      <a:pt x="394" y="172"/>
                      <a:pt x="399" y="172"/>
                      <a:pt x="405" y="172"/>
                    </a:cubicBezTo>
                    <a:cubicBezTo>
                      <a:pt x="452" y="172"/>
                      <a:pt x="506" y="196"/>
                      <a:pt x="525" y="202"/>
                    </a:cubicBezTo>
                    <a:cubicBezTo>
                      <a:pt x="525" y="238"/>
                      <a:pt x="518" y="288"/>
                      <a:pt x="525" y="325"/>
                    </a:cubicBezTo>
                    <a:lnTo>
                      <a:pt x="525" y="338"/>
                    </a:lnTo>
                    <a:lnTo>
                      <a:pt x="532" y="345"/>
                    </a:lnTo>
                    <a:cubicBezTo>
                      <a:pt x="532" y="352"/>
                      <a:pt x="532" y="352"/>
                      <a:pt x="539" y="352"/>
                    </a:cubicBezTo>
                    <a:cubicBezTo>
                      <a:pt x="547" y="368"/>
                      <a:pt x="554" y="375"/>
                      <a:pt x="561" y="382"/>
                    </a:cubicBezTo>
                    <a:cubicBezTo>
                      <a:pt x="575" y="388"/>
                      <a:pt x="590" y="404"/>
                      <a:pt x="611" y="411"/>
                    </a:cubicBezTo>
                    <a:cubicBezTo>
                      <a:pt x="647" y="432"/>
                      <a:pt x="691" y="447"/>
                      <a:pt x="734" y="461"/>
                    </a:cubicBezTo>
                    <a:cubicBezTo>
                      <a:pt x="764" y="466"/>
                      <a:pt x="798" y="471"/>
                      <a:pt x="831" y="471"/>
                    </a:cubicBezTo>
                    <a:cubicBezTo>
                      <a:pt x="844" y="471"/>
                      <a:pt x="857" y="470"/>
                      <a:pt x="870" y="468"/>
                    </a:cubicBezTo>
                    <a:cubicBezTo>
                      <a:pt x="920" y="468"/>
                      <a:pt x="970" y="461"/>
                      <a:pt x="1013" y="439"/>
                    </a:cubicBezTo>
                    <a:cubicBezTo>
                      <a:pt x="1036" y="432"/>
                      <a:pt x="1056" y="418"/>
                      <a:pt x="1079" y="395"/>
                    </a:cubicBezTo>
                    <a:cubicBezTo>
                      <a:pt x="1086" y="382"/>
                      <a:pt x="1086" y="368"/>
                      <a:pt x="1092" y="361"/>
                    </a:cubicBezTo>
                    <a:cubicBezTo>
                      <a:pt x="1099" y="345"/>
                      <a:pt x="1099" y="338"/>
                      <a:pt x="1108" y="325"/>
                    </a:cubicBezTo>
                    <a:cubicBezTo>
                      <a:pt x="1115" y="318"/>
                      <a:pt x="1115" y="275"/>
                      <a:pt x="1122" y="259"/>
                    </a:cubicBezTo>
                    <a:cubicBezTo>
                      <a:pt x="1122" y="259"/>
                      <a:pt x="1129" y="245"/>
                      <a:pt x="1136" y="245"/>
                    </a:cubicBezTo>
                    <a:cubicBezTo>
                      <a:pt x="1136" y="238"/>
                      <a:pt x="1143" y="238"/>
                      <a:pt x="1151" y="231"/>
                    </a:cubicBezTo>
                    <a:lnTo>
                      <a:pt x="1294" y="275"/>
                    </a:lnTo>
                    <a:lnTo>
                      <a:pt x="1331" y="223"/>
                    </a:lnTo>
                    <a:lnTo>
                      <a:pt x="1143" y="145"/>
                    </a:lnTo>
                    <a:cubicBezTo>
                      <a:pt x="1129" y="145"/>
                      <a:pt x="1079" y="123"/>
                      <a:pt x="1079" y="123"/>
                    </a:cubicBezTo>
                    <a:cubicBezTo>
                      <a:pt x="1072" y="123"/>
                      <a:pt x="1072" y="123"/>
                      <a:pt x="1065" y="116"/>
                    </a:cubicBezTo>
                    <a:cubicBezTo>
                      <a:pt x="1049" y="116"/>
                      <a:pt x="1042" y="109"/>
                      <a:pt x="1029" y="109"/>
                    </a:cubicBezTo>
                    <a:cubicBezTo>
                      <a:pt x="1006" y="102"/>
                      <a:pt x="986" y="102"/>
                      <a:pt x="963" y="93"/>
                    </a:cubicBezTo>
                    <a:cubicBezTo>
                      <a:pt x="927" y="87"/>
                      <a:pt x="884" y="80"/>
                      <a:pt x="856" y="80"/>
                    </a:cubicBezTo>
                    <a:cubicBezTo>
                      <a:pt x="784" y="73"/>
                      <a:pt x="720" y="73"/>
                      <a:pt x="677" y="73"/>
                    </a:cubicBezTo>
                    <a:lnTo>
                      <a:pt x="611" y="73"/>
                    </a:lnTo>
                    <a:cubicBezTo>
                      <a:pt x="611" y="73"/>
                      <a:pt x="604" y="73"/>
                      <a:pt x="590" y="80"/>
                    </a:cubicBezTo>
                    <a:cubicBezTo>
                      <a:pt x="575" y="87"/>
                      <a:pt x="561" y="93"/>
                      <a:pt x="547" y="116"/>
                    </a:cubicBezTo>
                    <a:cubicBezTo>
                      <a:pt x="539" y="123"/>
                      <a:pt x="539" y="130"/>
                      <a:pt x="539" y="137"/>
                    </a:cubicBezTo>
                    <a:cubicBezTo>
                      <a:pt x="482" y="109"/>
                      <a:pt x="418" y="109"/>
                      <a:pt x="396" y="109"/>
                    </a:cubicBezTo>
                    <a:cubicBezTo>
                      <a:pt x="396" y="102"/>
                      <a:pt x="396" y="93"/>
                      <a:pt x="389" y="87"/>
                    </a:cubicBezTo>
                    <a:lnTo>
                      <a:pt x="389" y="73"/>
                    </a:lnTo>
                    <a:cubicBezTo>
                      <a:pt x="382" y="66"/>
                      <a:pt x="382" y="59"/>
                      <a:pt x="375" y="59"/>
                    </a:cubicBezTo>
                    <a:lnTo>
                      <a:pt x="366" y="50"/>
                    </a:lnTo>
                    <a:lnTo>
                      <a:pt x="359" y="50"/>
                    </a:lnTo>
                    <a:lnTo>
                      <a:pt x="359" y="43"/>
                    </a:lnTo>
                    <a:lnTo>
                      <a:pt x="346" y="43"/>
                    </a:lnTo>
                    <a:cubicBezTo>
                      <a:pt x="316" y="30"/>
                      <a:pt x="289" y="23"/>
                      <a:pt x="259" y="16"/>
                    </a:cubicBezTo>
                    <a:cubicBezTo>
                      <a:pt x="237" y="7"/>
                      <a:pt x="209" y="7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438" name="Google Shape;2438;p51"/>
            <p:cNvGrpSpPr/>
            <p:nvPr/>
          </p:nvGrpSpPr>
          <p:grpSpPr>
            <a:xfrm>
              <a:off x="7732315" y="1409998"/>
              <a:ext cx="114150" cy="114196"/>
              <a:chOff x="-685100" y="4136737"/>
              <a:chExt cx="38359" cy="38359"/>
            </a:xfrm>
          </p:grpSpPr>
          <p:sp>
            <p:nvSpPr>
              <p:cNvPr id="2439" name="Google Shape;2439;p5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40" name="Google Shape;2440;p5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441" name="Google Shape;2441;p51"/>
            <p:cNvSpPr/>
            <p:nvPr/>
          </p:nvSpPr>
          <p:spPr>
            <a:xfrm>
              <a:off x="6130587" y="2079663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2" name="Google Shape;2442;p51"/>
            <p:cNvSpPr/>
            <p:nvPr/>
          </p:nvSpPr>
          <p:spPr>
            <a:xfrm>
              <a:off x="4489390" y="3340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3" name="Google Shape;2443;p51"/>
            <p:cNvSpPr/>
            <p:nvPr/>
          </p:nvSpPr>
          <p:spPr>
            <a:xfrm>
              <a:off x="5368540" y="16594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89" name="Google Shape;17189;p86"/>
          <p:cNvGrpSpPr/>
          <p:nvPr/>
        </p:nvGrpSpPr>
        <p:grpSpPr>
          <a:xfrm>
            <a:off x="4866640" y="1533525"/>
            <a:ext cx="386715" cy="476885"/>
            <a:chOff x="3316000" y="4399325"/>
            <a:chExt cx="392325" cy="483100"/>
          </a:xfrm>
          <a:solidFill>
            <a:schemeClr val="tx1"/>
          </a:solidFill>
        </p:grpSpPr>
        <p:sp>
          <p:nvSpPr>
            <p:cNvPr id="17190" name="Google Shape;17190;p86"/>
            <p:cNvSpPr/>
            <p:nvPr/>
          </p:nvSpPr>
          <p:spPr>
            <a:xfrm>
              <a:off x="3316000" y="4399325"/>
              <a:ext cx="392325" cy="483100"/>
            </a:xfrm>
            <a:custGeom>
              <a:avLst/>
              <a:gdLst/>
              <a:ahLst/>
              <a:cxnLst/>
              <a:rect l="l" t="t" r="r" b="b"/>
              <a:pathLst>
                <a:path w="15693" h="19324" extrusionOk="0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91" name="Google Shape;17191;p86"/>
            <p:cNvSpPr/>
            <p:nvPr/>
          </p:nvSpPr>
          <p:spPr>
            <a:xfrm>
              <a:off x="35823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180" name="Google Shape;18180;p89"/>
          <p:cNvGrpSpPr/>
          <p:nvPr/>
        </p:nvGrpSpPr>
        <p:grpSpPr>
          <a:xfrm>
            <a:off x="3963140" y="2958244"/>
            <a:ext cx="328042" cy="361771"/>
            <a:chOff x="-57172600" y="2686375"/>
            <a:chExt cx="289100" cy="318825"/>
          </a:xfrm>
          <a:solidFill>
            <a:schemeClr val="tx1"/>
          </a:solidFill>
        </p:grpSpPr>
        <p:sp>
          <p:nvSpPr>
            <p:cNvPr id="18181" name="Google Shape;18181;p89"/>
            <p:cNvSpPr/>
            <p:nvPr/>
          </p:nvSpPr>
          <p:spPr>
            <a:xfrm>
              <a:off x="-57063900" y="293762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414" y="1"/>
                  </a:moveTo>
                  <a:cubicBezTo>
                    <a:pt x="316" y="1"/>
                    <a:pt x="221" y="40"/>
                    <a:pt x="158" y="119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36" y="1001"/>
                    <a:pt x="1009" y="1190"/>
                    <a:pt x="1481" y="1190"/>
                  </a:cubicBezTo>
                  <a:cubicBezTo>
                    <a:pt x="1954" y="1190"/>
                    <a:pt x="2458" y="1001"/>
                    <a:pt x="2773" y="654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710" y="72"/>
                    <a:pt x="2623" y="48"/>
                    <a:pt x="2533" y="48"/>
                  </a:cubicBezTo>
                  <a:cubicBezTo>
                    <a:pt x="2442" y="48"/>
                    <a:pt x="2348" y="72"/>
                    <a:pt x="2269" y="119"/>
                  </a:cubicBezTo>
                  <a:cubicBezTo>
                    <a:pt x="2048" y="339"/>
                    <a:pt x="1733" y="434"/>
                    <a:pt x="1481" y="434"/>
                  </a:cubicBezTo>
                  <a:cubicBezTo>
                    <a:pt x="1166" y="434"/>
                    <a:pt x="883" y="339"/>
                    <a:pt x="694" y="119"/>
                  </a:cubicBezTo>
                  <a:cubicBezTo>
                    <a:pt x="615" y="40"/>
                    <a:pt x="513" y="1"/>
                    <a:pt x="4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82" name="Google Shape;18182;p89"/>
            <p:cNvSpPr/>
            <p:nvPr/>
          </p:nvSpPr>
          <p:spPr>
            <a:xfrm>
              <a:off x="-57172600" y="2686375"/>
              <a:ext cx="289100" cy="318825"/>
            </a:xfrm>
            <a:custGeom>
              <a:avLst/>
              <a:gdLst/>
              <a:ahLst/>
              <a:cxnLst/>
              <a:rect l="l" t="t" r="r" b="b"/>
              <a:pathLst>
                <a:path w="11564" h="12753" extrusionOk="0">
                  <a:moveTo>
                    <a:pt x="5798" y="788"/>
                  </a:moveTo>
                  <a:cubicBezTo>
                    <a:pt x="6160" y="788"/>
                    <a:pt x="6523" y="922"/>
                    <a:pt x="6806" y="1190"/>
                  </a:cubicBezTo>
                  <a:cubicBezTo>
                    <a:pt x="6853" y="1261"/>
                    <a:pt x="6954" y="1296"/>
                    <a:pt x="7054" y="1296"/>
                  </a:cubicBezTo>
                  <a:cubicBezTo>
                    <a:pt x="7088" y="1296"/>
                    <a:pt x="7121" y="1292"/>
                    <a:pt x="7153" y="1284"/>
                  </a:cubicBezTo>
                  <a:cubicBezTo>
                    <a:pt x="7276" y="1253"/>
                    <a:pt x="7401" y="1239"/>
                    <a:pt x="7523" y="1239"/>
                  </a:cubicBezTo>
                  <a:cubicBezTo>
                    <a:pt x="8150" y="1239"/>
                    <a:pt x="8727" y="1629"/>
                    <a:pt x="8885" y="2261"/>
                  </a:cubicBezTo>
                  <a:cubicBezTo>
                    <a:pt x="8917" y="2387"/>
                    <a:pt x="9011" y="2513"/>
                    <a:pt x="9169" y="2545"/>
                  </a:cubicBezTo>
                  <a:cubicBezTo>
                    <a:pt x="9925" y="2734"/>
                    <a:pt x="10335" y="3521"/>
                    <a:pt x="10146" y="4277"/>
                  </a:cubicBezTo>
                  <a:cubicBezTo>
                    <a:pt x="10114" y="4403"/>
                    <a:pt x="10146" y="4561"/>
                    <a:pt x="10240" y="4624"/>
                  </a:cubicBezTo>
                  <a:cubicBezTo>
                    <a:pt x="10776" y="5191"/>
                    <a:pt x="10776" y="6073"/>
                    <a:pt x="10240" y="6640"/>
                  </a:cubicBezTo>
                  <a:cubicBezTo>
                    <a:pt x="10177" y="6672"/>
                    <a:pt x="10146" y="6703"/>
                    <a:pt x="10146" y="6798"/>
                  </a:cubicBezTo>
                  <a:cubicBezTo>
                    <a:pt x="9988" y="6766"/>
                    <a:pt x="9925" y="6766"/>
                    <a:pt x="9515" y="6766"/>
                  </a:cubicBezTo>
                  <a:cubicBezTo>
                    <a:pt x="9169" y="6325"/>
                    <a:pt x="8665" y="6010"/>
                    <a:pt x="8035" y="6010"/>
                  </a:cubicBezTo>
                  <a:cubicBezTo>
                    <a:pt x="6523" y="6010"/>
                    <a:pt x="5199" y="4970"/>
                    <a:pt x="4790" y="3553"/>
                  </a:cubicBezTo>
                  <a:cubicBezTo>
                    <a:pt x="4766" y="3408"/>
                    <a:pt x="4612" y="3300"/>
                    <a:pt x="4442" y="3300"/>
                  </a:cubicBezTo>
                  <a:cubicBezTo>
                    <a:pt x="4391" y="3300"/>
                    <a:pt x="4337" y="3310"/>
                    <a:pt x="4286" y="3332"/>
                  </a:cubicBezTo>
                  <a:cubicBezTo>
                    <a:pt x="3530" y="3647"/>
                    <a:pt x="2868" y="4151"/>
                    <a:pt x="2395" y="4813"/>
                  </a:cubicBezTo>
                  <a:cubicBezTo>
                    <a:pt x="1986" y="5412"/>
                    <a:pt x="1734" y="6073"/>
                    <a:pt x="1671" y="6798"/>
                  </a:cubicBezTo>
                  <a:cubicBezTo>
                    <a:pt x="1608" y="6798"/>
                    <a:pt x="1513" y="6798"/>
                    <a:pt x="1450" y="6829"/>
                  </a:cubicBezTo>
                  <a:cubicBezTo>
                    <a:pt x="1450" y="6703"/>
                    <a:pt x="1419" y="6672"/>
                    <a:pt x="1356" y="6640"/>
                  </a:cubicBezTo>
                  <a:cubicBezTo>
                    <a:pt x="820" y="6073"/>
                    <a:pt x="820" y="5191"/>
                    <a:pt x="1356" y="4624"/>
                  </a:cubicBezTo>
                  <a:cubicBezTo>
                    <a:pt x="1450" y="4561"/>
                    <a:pt x="1482" y="4403"/>
                    <a:pt x="1450" y="4277"/>
                  </a:cubicBezTo>
                  <a:cubicBezTo>
                    <a:pt x="1261" y="3521"/>
                    <a:pt x="1671" y="2734"/>
                    <a:pt x="2427" y="2545"/>
                  </a:cubicBezTo>
                  <a:cubicBezTo>
                    <a:pt x="2553" y="2513"/>
                    <a:pt x="2679" y="2419"/>
                    <a:pt x="2710" y="2261"/>
                  </a:cubicBezTo>
                  <a:cubicBezTo>
                    <a:pt x="2869" y="1629"/>
                    <a:pt x="3445" y="1239"/>
                    <a:pt x="4072" y="1239"/>
                  </a:cubicBezTo>
                  <a:cubicBezTo>
                    <a:pt x="4195" y="1239"/>
                    <a:pt x="4320" y="1253"/>
                    <a:pt x="4443" y="1284"/>
                  </a:cubicBezTo>
                  <a:cubicBezTo>
                    <a:pt x="4475" y="1292"/>
                    <a:pt x="4508" y="1296"/>
                    <a:pt x="4542" y="1296"/>
                  </a:cubicBezTo>
                  <a:cubicBezTo>
                    <a:pt x="4642" y="1296"/>
                    <a:pt x="4742" y="1261"/>
                    <a:pt x="4790" y="1190"/>
                  </a:cubicBezTo>
                  <a:cubicBezTo>
                    <a:pt x="5073" y="922"/>
                    <a:pt x="5436" y="788"/>
                    <a:pt x="5798" y="788"/>
                  </a:cubicBezTo>
                  <a:close/>
                  <a:moveTo>
                    <a:pt x="4254" y="4151"/>
                  </a:moveTo>
                  <a:cubicBezTo>
                    <a:pt x="4664" y="5286"/>
                    <a:pt x="5609" y="6168"/>
                    <a:pt x="6775" y="6514"/>
                  </a:cubicBezTo>
                  <a:cubicBezTo>
                    <a:pt x="6491" y="6766"/>
                    <a:pt x="6333" y="7113"/>
                    <a:pt x="6239" y="7459"/>
                  </a:cubicBezTo>
                  <a:lnTo>
                    <a:pt x="5388" y="7459"/>
                  </a:lnTo>
                  <a:lnTo>
                    <a:pt x="5388" y="7491"/>
                  </a:lnTo>
                  <a:cubicBezTo>
                    <a:pt x="5231" y="6640"/>
                    <a:pt x="4443" y="6010"/>
                    <a:pt x="3561" y="6010"/>
                  </a:cubicBezTo>
                  <a:cubicBezTo>
                    <a:pt x="3183" y="6010"/>
                    <a:pt x="2868" y="6136"/>
                    <a:pt x="2553" y="6325"/>
                  </a:cubicBezTo>
                  <a:cubicBezTo>
                    <a:pt x="2773" y="5412"/>
                    <a:pt x="3372" y="4624"/>
                    <a:pt x="4254" y="4151"/>
                  </a:cubicBezTo>
                  <a:close/>
                  <a:moveTo>
                    <a:pt x="3561" y="6766"/>
                  </a:moveTo>
                  <a:cubicBezTo>
                    <a:pt x="4191" y="6766"/>
                    <a:pt x="4664" y="7270"/>
                    <a:pt x="4664" y="7869"/>
                  </a:cubicBezTo>
                  <a:cubicBezTo>
                    <a:pt x="4664" y="8436"/>
                    <a:pt x="4160" y="8972"/>
                    <a:pt x="3561" y="8972"/>
                  </a:cubicBezTo>
                  <a:cubicBezTo>
                    <a:pt x="2931" y="8972"/>
                    <a:pt x="2458" y="8436"/>
                    <a:pt x="2458" y="7869"/>
                  </a:cubicBezTo>
                  <a:cubicBezTo>
                    <a:pt x="2458" y="7270"/>
                    <a:pt x="2931" y="6766"/>
                    <a:pt x="3561" y="6766"/>
                  </a:cubicBezTo>
                  <a:close/>
                  <a:moveTo>
                    <a:pt x="8066" y="6766"/>
                  </a:moveTo>
                  <a:cubicBezTo>
                    <a:pt x="8696" y="6766"/>
                    <a:pt x="9169" y="7270"/>
                    <a:pt x="9169" y="7869"/>
                  </a:cubicBezTo>
                  <a:cubicBezTo>
                    <a:pt x="9169" y="8436"/>
                    <a:pt x="8665" y="8972"/>
                    <a:pt x="8066" y="8972"/>
                  </a:cubicBezTo>
                  <a:cubicBezTo>
                    <a:pt x="7436" y="8972"/>
                    <a:pt x="6964" y="8436"/>
                    <a:pt x="6964" y="7869"/>
                  </a:cubicBezTo>
                  <a:cubicBezTo>
                    <a:pt x="6964" y="7270"/>
                    <a:pt x="7436" y="6766"/>
                    <a:pt x="8066" y="6766"/>
                  </a:cubicBezTo>
                  <a:close/>
                  <a:moveTo>
                    <a:pt x="1734" y="7491"/>
                  </a:moveTo>
                  <a:lnTo>
                    <a:pt x="1734" y="9003"/>
                  </a:lnTo>
                  <a:cubicBezTo>
                    <a:pt x="1293" y="9003"/>
                    <a:pt x="978" y="8657"/>
                    <a:pt x="978" y="8247"/>
                  </a:cubicBezTo>
                  <a:cubicBezTo>
                    <a:pt x="978" y="7869"/>
                    <a:pt x="1324" y="7491"/>
                    <a:pt x="1734" y="7491"/>
                  </a:cubicBezTo>
                  <a:close/>
                  <a:moveTo>
                    <a:pt x="9925" y="7491"/>
                  </a:moveTo>
                  <a:cubicBezTo>
                    <a:pt x="10303" y="7491"/>
                    <a:pt x="10650" y="7806"/>
                    <a:pt x="10650" y="8247"/>
                  </a:cubicBezTo>
                  <a:cubicBezTo>
                    <a:pt x="10650" y="8657"/>
                    <a:pt x="10303" y="9003"/>
                    <a:pt x="9925" y="9003"/>
                  </a:cubicBezTo>
                  <a:lnTo>
                    <a:pt x="9925" y="7491"/>
                  </a:lnTo>
                  <a:close/>
                  <a:moveTo>
                    <a:pt x="6207" y="8215"/>
                  </a:moveTo>
                  <a:cubicBezTo>
                    <a:pt x="6365" y="9066"/>
                    <a:pt x="7153" y="9696"/>
                    <a:pt x="8035" y="9696"/>
                  </a:cubicBezTo>
                  <a:cubicBezTo>
                    <a:pt x="8476" y="9696"/>
                    <a:pt x="8822" y="9539"/>
                    <a:pt x="9137" y="9350"/>
                  </a:cubicBezTo>
                  <a:lnTo>
                    <a:pt x="9137" y="10137"/>
                  </a:lnTo>
                  <a:lnTo>
                    <a:pt x="9169" y="10137"/>
                  </a:lnTo>
                  <a:cubicBezTo>
                    <a:pt x="9169" y="11177"/>
                    <a:pt x="8350" y="11996"/>
                    <a:pt x="7310" y="11996"/>
                  </a:cubicBezTo>
                  <a:lnTo>
                    <a:pt x="4317" y="11996"/>
                  </a:lnTo>
                  <a:cubicBezTo>
                    <a:pt x="3309" y="11996"/>
                    <a:pt x="2458" y="11177"/>
                    <a:pt x="2458" y="10137"/>
                  </a:cubicBezTo>
                  <a:lnTo>
                    <a:pt x="2458" y="9350"/>
                  </a:lnTo>
                  <a:cubicBezTo>
                    <a:pt x="2773" y="9602"/>
                    <a:pt x="3183" y="9696"/>
                    <a:pt x="3561" y="9696"/>
                  </a:cubicBezTo>
                  <a:cubicBezTo>
                    <a:pt x="4475" y="9696"/>
                    <a:pt x="5231" y="9066"/>
                    <a:pt x="5388" y="8215"/>
                  </a:cubicBezTo>
                  <a:close/>
                  <a:moveTo>
                    <a:pt x="5794" y="1"/>
                  </a:moveTo>
                  <a:cubicBezTo>
                    <a:pt x="5310" y="1"/>
                    <a:pt x="4821" y="166"/>
                    <a:pt x="4412" y="497"/>
                  </a:cubicBezTo>
                  <a:cubicBezTo>
                    <a:pt x="4291" y="479"/>
                    <a:pt x="4172" y="470"/>
                    <a:pt x="4054" y="470"/>
                  </a:cubicBezTo>
                  <a:cubicBezTo>
                    <a:pt x="3154" y="470"/>
                    <a:pt x="2355" y="992"/>
                    <a:pt x="2049" y="1883"/>
                  </a:cubicBezTo>
                  <a:cubicBezTo>
                    <a:pt x="1104" y="2230"/>
                    <a:pt x="505" y="3238"/>
                    <a:pt x="663" y="4246"/>
                  </a:cubicBezTo>
                  <a:cubicBezTo>
                    <a:pt x="1" y="5033"/>
                    <a:pt x="1" y="6168"/>
                    <a:pt x="663" y="6987"/>
                  </a:cubicBezTo>
                  <a:cubicBezTo>
                    <a:pt x="663" y="7018"/>
                    <a:pt x="663" y="7113"/>
                    <a:pt x="631" y="7144"/>
                  </a:cubicBezTo>
                  <a:cubicBezTo>
                    <a:pt x="348" y="7428"/>
                    <a:pt x="159" y="7806"/>
                    <a:pt x="159" y="8215"/>
                  </a:cubicBezTo>
                  <a:cubicBezTo>
                    <a:pt x="159" y="9035"/>
                    <a:pt x="820" y="9696"/>
                    <a:pt x="1639" y="9696"/>
                  </a:cubicBezTo>
                  <a:lnTo>
                    <a:pt x="1639" y="10137"/>
                  </a:lnTo>
                  <a:cubicBezTo>
                    <a:pt x="1639" y="11586"/>
                    <a:pt x="2836" y="12752"/>
                    <a:pt x="4254" y="12752"/>
                  </a:cubicBezTo>
                  <a:lnTo>
                    <a:pt x="7247" y="12752"/>
                  </a:lnTo>
                  <a:cubicBezTo>
                    <a:pt x="8696" y="12752"/>
                    <a:pt x="9831" y="11555"/>
                    <a:pt x="9831" y="10137"/>
                  </a:cubicBezTo>
                  <a:lnTo>
                    <a:pt x="9831" y="9696"/>
                  </a:lnTo>
                  <a:cubicBezTo>
                    <a:pt x="10681" y="9696"/>
                    <a:pt x="11343" y="9035"/>
                    <a:pt x="11343" y="8215"/>
                  </a:cubicBezTo>
                  <a:cubicBezTo>
                    <a:pt x="11406" y="7806"/>
                    <a:pt x="11217" y="7428"/>
                    <a:pt x="10933" y="7144"/>
                  </a:cubicBezTo>
                  <a:cubicBezTo>
                    <a:pt x="10933" y="7113"/>
                    <a:pt x="10933" y="7018"/>
                    <a:pt x="10902" y="6987"/>
                  </a:cubicBezTo>
                  <a:cubicBezTo>
                    <a:pt x="11563" y="6199"/>
                    <a:pt x="11563" y="5065"/>
                    <a:pt x="10902" y="4246"/>
                  </a:cubicBezTo>
                  <a:cubicBezTo>
                    <a:pt x="11059" y="3206"/>
                    <a:pt x="10492" y="2230"/>
                    <a:pt x="9515" y="1883"/>
                  </a:cubicBezTo>
                  <a:cubicBezTo>
                    <a:pt x="9206" y="1039"/>
                    <a:pt x="8344" y="472"/>
                    <a:pt x="7468" y="472"/>
                  </a:cubicBezTo>
                  <a:cubicBezTo>
                    <a:pt x="7363" y="472"/>
                    <a:pt x="7257" y="480"/>
                    <a:pt x="7153" y="497"/>
                  </a:cubicBezTo>
                  <a:cubicBezTo>
                    <a:pt x="6759" y="166"/>
                    <a:pt x="6278" y="1"/>
                    <a:pt x="57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107" name="Google Shape;18107;p89"/>
          <p:cNvGrpSpPr/>
          <p:nvPr/>
        </p:nvGrpSpPr>
        <p:grpSpPr>
          <a:xfrm>
            <a:off x="4895215" y="2266950"/>
            <a:ext cx="358140" cy="424180"/>
            <a:chOff x="-54063050" y="2296300"/>
            <a:chExt cx="279625" cy="317450"/>
          </a:xfrm>
          <a:solidFill>
            <a:schemeClr val="tx1"/>
          </a:solidFill>
        </p:grpSpPr>
        <p:sp>
          <p:nvSpPr>
            <p:cNvPr id="18108" name="Google Shape;18108;p89"/>
            <p:cNvSpPr/>
            <p:nvPr/>
          </p:nvSpPr>
          <p:spPr>
            <a:xfrm>
              <a:off x="-53959075" y="252727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09" name="Google Shape;18109;p89"/>
            <p:cNvSpPr/>
            <p:nvPr/>
          </p:nvSpPr>
          <p:spPr>
            <a:xfrm>
              <a:off x="-53969325" y="2482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10" name="Google Shape;18110;p89"/>
            <p:cNvSpPr/>
            <p:nvPr/>
          </p:nvSpPr>
          <p:spPr>
            <a:xfrm>
              <a:off x="-53894500" y="248297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11" name="Google Shape;18111;p89"/>
            <p:cNvSpPr/>
            <p:nvPr/>
          </p:nvSpPr>
          <p:spPr>
            <a:xfrm>
              <a:off x="-54063050" y="2296300"/>
              <a:ext cx="279625" cy="317450"/>
            </a:xfrm>
            <a:custGeom>
              <a:avLst/>
              <a:gdLst/>
              <a:ahLst/>
              <a:cxnLst/>
              <a:rect l="l" t="t" r="r" b="b"/>
              <a:pathLst>
                <a:path w="11185" h="12698" extrusionOk="0">
                  <a:moveTo>
                    <a:pt x="5640" y="694"/>
                  </a:moveTo>
                  <a:cubicBezTo>
                    <a:pt x="7026" y="694"/>
                    <a:pt x="8286" y="883"/>
                    <a:pt x="9232" y="1198"/>
                  </a:cubicBezTo>
                  <a:cubicBezTo>
                    <a:pt x="10177" y="1576"/>
                    <a:pt x="10523" y="1923"/>
                    <a:pt x="10523" y="2206"/>
                  </a:cubicBezTo>
                  <a:cubicBezTo>
                    <a:pt x="10523" y="2427"/>
                    <a:pt x="10114" y="2647"/>
                    <a:pt x="9358" y="2931"/>
                  </a:cubicBezTo>
                  <a:lnTo>
                    <a:pt x="2017" y="2931"/>
                  </a:lnTo>
                  <a:cubicBezTo>
                    <a:pt x="1198" y="2679"/>
                    <a:pt x="757" y="2427"/>
                    <a:pt x="757" y="2206"/>
                  </a:cubicBezTo>
                  <a:cubicBezTo>
                    <a:pt x="757" y="1954"/>
                    <a:pt x="1103" y="1576"/>
                    <a:pt x="2048" y="1198"/>
                  </a:cubicBezTo>
                  <a:cubicBezTo>
                    <a:pt x="2994" y="851"/>
                    <a:pt x="4254" y="694"/>
                    <a:pt x="5640" y="694"/>
                  </a:cubicBezTo>
                  <a:close/>
                  <a:moveTo>
                    <a:pt x="8948" y="3687"/>
                  </a:moveTo>
                  <a:lnTo>
                    <a:pt x="8948" y="4475"/>
                  </a:lnTo>
                  <a:lnTo>
                    <a:pt x="2206" y="4475"/>
                  </a:lnTo>
                  <a:lnTo>
                    <a:pt x="2206" y="3687"/>
                  </a:lnTo>
                  <a:close/>
                  <a:moveTo>
                    <a:pt x="8633" y="5231"/>
                  </a:moveTo>
                  <a:cubicBezTo>
                    <a:pt x="8192" y="5703"/>
                    <a:pt x="7562" y="5987"/>
                    <a:pt x="6932" y="5987"/>
                  </a:cubicBezTo>
                  <a:lnTo>
                    <a:pt x="4317" y="5987"/>
                  </a:lnTo>
                  <a:cubicBezTo>
                    <a:pt x="3624" y="5987"/>
                    <a:pt x="3057" y="5703"/>
                    <a:pt x="2615" y="5231"/>
                  </a:cubicBezTo>
                  <a:close/>
                  <a:moveTo>
                    <a:pt x="9704" y="6680"/>
                  </a:moveTo>
                  <a:cubicBezTo>
                    <a:pt x="10082" y="6680"/>
                    <a:pt x="10460" y="6995"/>
                    <a:pt x="10460" y="7436"/>
                  </a:cubicBezTo>
                  <a:cubicBezTo>
                    <a:pt x="10460" y="7877"/>
                    <a:pt x="10145" y="8192"/>
                    <a:pt x="9704" y="8192"/>
                  </a:cubicBezTo>
                  <a:lnTo>
                    <a:pt x="9704" y="6680"/>
                  </a:lnTo>
                  <a:close/>
                  <a:moveTo>
                    <a:pt x="1513" y="6711"/>
                  </a:moveTo>
                  <a:lnTo>
                    <a:pt x="1513" y="8224"/>
                  </a:lnTo>
                  <a:cubicBezTo>
                    <a:pt x="1072" y="8192"/>
                    <a:pt x="757" y="7877"/>
                    <a:pt x="757" y="7467"/>
                  </a:cubicBezTo>
                  <a:cubicBezTo>
                    <a:pt x="757" y="7089"/>
                    <a:pt x="1103" y="6711"/>
                    <a:pt x="1513" y="6711"/>
                  </a:cubicBezTo>
                  <a:close/>
                  <a:moveTo>
                    <a:pt x="8979" y="5924"/>
                  </a:moveTo>
                  <a:lnTo>
                    <a:pt x="8979" y="8570"/>
                  </a:lnTo>
                  <a:cubicBezTo>
                    <a:pt x="8948" y="10429"/>
                    <a:pt x="7467" y="11910"/>
                    <a:pt x="5608" y="11910"/>
                  </a:cubicBezTo>
                  <a:cubicBezTo>
                    <a:pt x="3750" y="11910"/>
                    <a:pt x="2269" y="10429"/>
                    <a:pt x="2269" y="8570"/>
                  </a:cubicBezTo>
                  <a:lnTo>
                    <a:pt x="2269" y="5924"/>
                  </a:lnTo>
                  <a:cubicBezTo>
                    <a:pt x="2805" y="6459"/>
                    <a:pt x="3561" y="6711"/>
                    <a:pt x="4317" y="6711"/>
                  </a:cubicBezTo>
                  <a:lnTo>
                    <a:pt x="6932" y="6711"/>
                  </a:lnTo>
                  <a:cubicBezTo>
                    <a:pt x="7688" y="6711"/>
                    <a:pt x="8444" y="6459"/>
                    <a:pt x="8979" y="5924"/>
                  </a:cubicBezTo>
                  <a:close/>
                  <a:moveTo>
                    <a:pt x="5608" y="1"/>
                  </a:moveTo>
                  <a:cubicBezTo>
                    <a:pt x="4191" y="1"/>
                    <a:pt x="2805" y="190"/>
                    <a:pt x="1796" y="536"/>
                  </a:cubicBezTo>
                  <a:cubicBezTo>
                    <a:pt x="316" y="1040"/>
                    <a:pt x="1" y="1734"/>
                    <a:pt x="1" y="2206"/>
                  </a:cubicBezTo>
                  <a:cubicBezTo>
                    <a:pt x="1" y="2931"/>
                    <a:pt x="788" y="3309"/>
                    <a:pt x="1513" y="3561"/>
                  </a:cubicBezTo>
                  <a:lnTo>
                    <a:pt x="1513" y="5955"/>
                  </a:lnTo>
                  <a:cubicBezTo>
                    <a:pt x="694" y="5955"/>
                    <a:pt x="1" y="6648"/>
                    <a:pt x="1" y="7467"/>
                  </a:cubicBezTo>
                  <a:cubicBezTo>
                    <a:pt x="1" y="8287"/>
                    <a:pt x="694" y="8980"/>
                    <a:pt x="1513" y="8980"/>
                  </a:cubicBezTo>
                  <a:cubicBezTo>
                    <a:pt x="1702" y="11059"/>
                    <a:pt x="3466" y="12697"/>
                    <a:pt x="5608" y="12697"/>
                  </a:cubicBezTo>
                  <a:cubicBezTo>
                    <a:pt x="7719" y="12697"/>
                    <a:pt x="9515" y="11059"/>
                    <a:pt x="9704" y="8980"/>
                  </a:cubicBezTo>
                  <a:cubicBezTo>
                    <a:pt x="10523" y="8980"/>
                    <a:pt x="11185" y="8287"/>
                    <a:pt x="11185" y="7467"/>
                  </a:cubicBezTo>
                  <a:cubicBezTo>
                    <a:pt x="11185" y="6648"/>
                    <a:pt x="10523" y="5955"/>
                    <a:pt x="9704" y="5955"/>
                  </a:cubicBezTo>
                  <a:lnTo>
                    <a:pt x="9704" y="3561"/>
                  </a:lnTo>
                  <a:cubicBezTo>
                    <a:pt x="10397" y="3309"/>
                    <a:pt x="11185" y="2931"/>
                    <a:pt x="11185" y="2206"/>
                  </a:cubicBezTo>
                  <a:cubicBezTo>
                    <a:pt x="11185" y="1734"/>
                    <a:pt x="10870" y="1040"/>
                    <a:pt x="9421" y="536"/>
                  </a:cubicBezTo>
                  <a:cubicBezTo>
                    <a:pt x="8412" y="190"/>
                    <a:pt x="7058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248" name="Google Shape;18248;p89"/>
          <p:cNvGrpSpPr/>
          <p:nvPr/>
        </p:nvGrpSpPr>
        <p:grpSpPr>
          <a:xfrm>
            <a:off x="4894961" y="2958219"/>
            <a:ext cx="317290" cy="361090"/>
            <a:chOff x="-52887125" y="2686975"/>
            <a:chExt cx="279625" cy="318225"/>
          </a:xfrm>
          <a:solidFill>
            <a:schemeClr val="tx1"/>
          </a:solidFill>
        </p:grpSpPr>
        <p:sp>
          <p:nvSpPr>
            <p:cNvPr id="18249" name="Google Shape;18249;p89"/>
            <p:cNvSpPr/>
            <p:nvPr/>
          </p:nvSpPr>
          <p:spPr>
            <a:xfrm>
              <a:off x="-52783950" y="2919525"/>
              <a:ext cx="73275" cy="28950"/>
            </a:xfrm>
            <a:custGeom>
              <a:avLst/>
              <a:gdLst/>
              <a:ahLst/>
              <a:cxnLst/>
              <a:rect l="l" t="t" r="r" b="b"/>
              <a:pathLst>
                <a:path w="2931" h="1158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58"/>
                    <a:pt x="1450" y="1158"/>
                  </a:cubicBezTo>
                  <a:cubicBezTo>
                    <a:pt x="1922" y="1158"/>
                    <a:pt x="2458" y="969"/>
                    <a:pt x="2773" y="622"/>
                  </a:cubicBezTo>
                  <a:cubicBezTo>
                    <a:pt x="2931" y="465"/>
                    <a:pt x="2931" y="213"/>
                    <a:pt x="2773" y="118"/>
                  </a:cubicBezTo>
                  <a:cubicBezTo>
                    <a:pt x="2694" y="39"/>
                    <a:pt x="2592" y="0"/>
                    <a:pt x="2493" y="0"/>
                  </a:cubicBezTo>
                  <a:cubicBezTo>
                    <a:pt x="2395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98" y="433"/>
                    <a:pt x="883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50" name="Google Shape;18250;p89"/>
            <p:cNvSpPr/>
            <p:nvPr/>
          </p:nvSpPr>
          <p:spPr>
            <a:xfrm>
              <a:off x="-52793400" y="28547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51" name="Google Shape;18251;p89"/>
            <p:cNvSpPr/>
            <p:nvPr/>
          </p:nvSpPr>
          <p:spPr>
            <a:xfrm>
              <a:off x="-52718575" y="28547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52" name="Google Shape;18252;p89"/>
            <p:cNvSpPr/>
            <p:nvPr/>
          </p:nvSpPr>
          <p:spPr>
            <a:xfrm>
              <a:off x="-52887125" y="268697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577" y="756"/>
                  </a:moveTo>
                  <a:cubicBezTo>
                    <a:pt x="7404" y="756"/>
                    <a:pt x="8885" y="2206"/>
                    <a:pt x="8948" y="3970"/>
                  </a:cubicBezTo>
                  <a:cubicBezTo>
                    <a:pt x="8192" y="2899"/>
                    <a:pt x="6963" y="2206"/>
                    <a:pt x="5577" y="2206"/>
                  </a:cubicBezTo>
                  <a:cubicBezTo>
                    <a:pt x="4222" y="2206"/>
                    <a:pt x="2993" y="2899"/>
                    <a:pt x="2237" y="3970"/>
                  </a:cubicBezTo>
                  <a:cubicBezTo>
                    <a:pt x="2269" y="2174"/>
                    <a:pt x="3781" y="756"/>
                    <a:pt x="5577" y="756"/>
                  </a:cubicBezTo>
                  <a:close/>
                  <a:moveTo>
                    <a:pt x="5604" y="2993"/>
                  </a:moveTo>
                  <a:cubicBezTo>
                    <a:pt x="7435" y="2993"/>
                    <a:pt x="8886" y="4462"/>
                    <a:pt x="8948" y="6270"/>
                  </a:cubicBezTo>
                  <a:cubicBezTo>
                    <a:pt x="8696" y="5860"/>
                    <a:pt x="8412" y="5514"/>
                    <a:pt x="8066" y="5199"/>
                  </a:cubicBezTo>
                  <a:cubicBezTo>
                    <a:pt x="7089" y="4253"/>
                    <a:pt x="5797" y="3749"/>
                    <a:pt x="4443" y="3749"/>
                  </a:cubicBezTo>
                  <a:cubicBezTo>
                    <a:pt x="4065" y="3749"/>
                    <a:pt x="3687" y="3781"/>
                    <a:pt x="3308" y="3844"/>
                  </a:cubicBezTo>
                  <a:cubicBezTo>
                    <a:pt x="3907" y="3308"/>
                    <a:pt x="4695" y="2993"/>
                    <a:pt x="5545" y="2993"/>
                  </a:cubicBezTo>
                  <a:cubicBezTo>
                    <a:pt x="5565" y="2993"/>
                    <a:pt x="5584" y="2993"/>
                    <a:pt x="5604" y="2993"/>
                  </a:cubicBezTo>
                  <a:close/>
                  <a:moveTo>
                    <a:pt x="1450" y="6742"/>
                  </a:moveTo>
                  <a:lnTo>
                    <a:pt x="1450" y="8223"/>
                  </a:lnTo>
                  <a:cubicBezTo>
                    <a:pt x="1072" y="8223"/>
                    <a:pt x="694" y="7876"/>
                    <a:pt x="694" y="7467"/>
                  </a:cubicBezTo>
                  <a:cubicBezTo>
                    <a:pt x="694" y="7089"/>
                    <a:pt x="1072" y="6742"/>
                    <a:pt x="1450" y="6742"/>
                  </a:cubicBezTo>
                  <a:close/>
                  <a:moveTo>
                    <a:pt x="9673" y="6742"/>
                  </a:moveTo>
                  <a:cubicBezTo>
                    <a:pt x="10082" y="6742"/>
                    <a:pt x="10429" y="7057"/>
                    <a:pt x="10429" y="7467"/>
                  </a:cubicBezTo>
                  <a:cubicBezTo>
                    <a:pt x="10429" y="7876"/>
                    <a:pt x="10082" y="8223"/>
                    <a:pt x="9673" y="8223"/>
                  </a:cubicBezTo>
                  <a:lnTo>
                    <a:pt x="9673" y="6742"/>
                  </a:lnTo>
                  <a:close/>
                  <a:moveTo>
                    <a:pt x="4443" y="4442"/>
                  </a:moveTo>
                  <a:cubicBezTo>
                    <a:pt x="6837" y="4442"/>
                    <a:pt x="8822" y="6333"/>
                    <a:pt x="8948" y="8727"/>
                  </a:cubicBezTo>
                  <a:cubicBezTo>
                    <a:pt x="8822" y="10554"/>
                    <a:pt x="7373" y="11972"/>
                    <a:pt x="5577" y="11972"/>
                  </a:cubicBezTo>
                  <a:cubicBezTo>
                    <a:pt x="3750" y="11972"/>
                    <a:pt x="2237" y="10428"/>
                    <a:pt x="2237" y="8570"/>
                  </a:cubicBezTo>
                  <a:lnTo>
                    <a:pt x="2237" y="6333"/>
                  </a:lnTo>
                  <a:cubicBezTo>
                    <a:pt x="2237" y="5829"/>
                    <a:pt x="2363" y="5325"/>
                    <a:pt x="2552" y="4883"/>
                  </a:cubicBezTo>
                  <a:cubicBezTo>
                    <a:pt x="3151" y="4600"/>
                    <a:pt x="3781" y="4442"/>
                    <a:pt x="4443" y="4442"/>
                  </a:cubicBezTo>
                  <a:close/>
                  <a:moveTo>
                    <a:pt x="5608" y="0"/>
                  </a:moveTo>
                  <a:cubicBezTo>
                    <a:pt x="3340" y="0"/>
                    <a:pt x="1513" y="1827"/>
                    <a:pt x="1513" y="4096"/>
                  </a:cubicBezTo>
                  <a:lnTo>
                    <a:pt x="1513" y="5986"/>
                  </a:lnTo>
                  <a:cubicBezTo>
                    <a:pt x="662" y="5986"/>
                    <a:pt x="0" y="6648"/>
                    <a:pt x="0" y="7467"/>
                  </a:cubicBezTo>
                  <a:cubicBezTo>
                    <a:pt x="0" y="8317"/>
                    <a:pt x="662" y="8979"/>
                    <a:pt x="1513" y="8979"/>
                  </a:cubicBezTo>
                  <a:cubicBezTo>
                    <a:pt x="1702" y="11058"/>
                    <a:pt x="3435" y="12728"/>
                    <a:pt x="5608" y="12728"/>
                  </a:cubicBezTo>
                  <a:cubicBezTo>
                    <a:pt x="7751" y="12728"/>
                    <a:pt x="9483" y="11058"/>
                    <a:pt x="9673" y="8979"/>
                  </a:cubicBezTo>
                  <a:cubicBezTo>
                    <a:pt x="10523" y="8979"/>
                    <a:pt x="11185" y="8317"/>
                    <a:pt x="11185" y="7467"/>
                  </a:cubicBezTo>
                  <a:cubicBezTo>
                    <a:pt x="11185" y="6648"/>
                    <a:pt x="10523" y="5986"/>
                    <a:pt x="9673" y="5986"/>
                  </a:cubicBezTo>
                  <a:lnTo>
                    <a:pt x="9673" y="4096"/>
                  </a:lnTo>
                  <a:cubicBezTo>
                    <a:pt x="9673" y="1859"/>
                    <a:pt x="7845" y="0"/>
                    <a:pt x="5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144" name="Google Shape;18144;p89"/>
          <p:cNvSpPr/>
          <p:nvPr/>
        </p:nvSpPr>
        <p:spPr>
          <a:xfrm>
            <a:off x="5855970" y="3219450"/>
            <a:ext cx="82550" cy="33655"/>
          </a:xfrm>
          <a:custGeom>
            <a:avLst/>
            <a:gdLst/>
            <a:ahLst/>
            <a:cxnLst/>
            <a:rect l="l" t="t" r="r" b="b"/>
            <a:pathLst>
              <a:path w="2900" h="1191" extrusionOk="0">
                <a:moveTo>
                  <a:pt x="387" y="1"/>
                </a:moveTo>
                <a:cubicBezTo>
                  <a:pt x="292" y="1"/>
                  <a:pt x="206" y="40"/>
                  <a:pt x="158" y="119"/>
                </a:cubicBezTo>
                <a:cubicBezTo>
                  <a:pt x="1" y="277"/>
                  <a:pt x="1" y="529"/>
                  <a:pt x="158" y="655"/>
                </a:cubicBezTo>
                <a:cubicBezTo>
                  <a:pt x="505" y="1001"/>
                  <a:pt x="978" y="1190"/>
                  <a:pt x="1450" y="1190"/>
                </a:cubicBezTo>
                <a:cubicBezTo>
                  <a:pt x="1954" y="1190"/>
                  <a:pt x="2427" y="1001"/>
                  <a:pt x="2742" y="655"/>
                </a:cubicBezTo>
                <a:cubicBezTo>
                  <a:pt x="2899" y="497"/>
                  <a:pt x="2899" y="245"/>
                  <a:pt x="2742" y="119"/>
                </a:cubicBezTo>
                <a:cubicBezTo>
                  <a:pt x="2679" y="72"/>
                  <a:pt x="2592" y="48"/>
                  <a:pt x="2502" y="48"/>
                </a:cubicBezTo>
                <a:cubicBezTo>
                  <a:pt x="2411" y="48"/>
                  <a:pt x="2317" y="72"/>
                  <a:pt x="2238" y="119"/>
                </a:cubicBezTo>
                <a:cubicBezTo>
                  <a:pt x="2049" y="340"/>
                  <a:pt x="1734" y="434"/>
                  <a:pt x="1450" y="434"/>
                </a:cubicBezTo>
                <a:cubicBezTo>
                  <a:pt x="1135" y="434"/>
                  <a:pt x="852" y="340"/>
                  <a:pt x="663" y="119"/>
                </a:cubicBezTo>
                <a:cubicBezTo>
                  <a:pt x="584" y="40"/>
                  <a:pt x="481" y="1"/>
                  <a:pt x="38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45" name="Google Shape;18145;p89"/>
          <p:cNvSpPr/>
          <p:nvPr/>
        </p:nvSpPr>
        <p:spPr>
          <a:xfrm>
            <a:off x="5928995" y="31476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78" y="1"/>
                </a:moveTo>
                <a:cubicBezTo>
                  <a:pt x="158" y="1"/>
                  <a:pt x="0" y="190"/>
                  <a:pt x="0" y="379"/>
                </a:cubicBezTo>
                <a:cubicBezTo>
                  <a:pt x="0" y="568"/>
                  <a:pt x="158" y="725"/>
                  <a:pt x="378" y="725"/>
                </a:cubicBezTo>
                <a:cubicBezTo>
                  <a:pt x="567" y="725"/>
                  <a:pt x="725" y="568"/>
                  <a:pt x="725" y="379"/>
                </a:cubicBezTo>
                <a:cubicBezTo>
                  <a:pt x="725" y="190"/>
                  <a:pt x="567" y="1"/>
                  <a:pt x="378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46" name="Google Shape;18146;p89"/>
          <p:cNvSpPr/>
          <p:nvPr/>
        </p:nvSpPr>
        <p:spPr>
          <a:xfrm>
            <a:off x="5844540" y="3148965"/>
            <a:ext cx="21590" cy="19685"/>
          </a:xfrm>
          <a:custGeom>
            <a:avLst/>
            <a:gdLst/>
            <a:ahLst/>
            <a:cxnLst/>
            <a:rect l="l" t="t" r="r" b="b"/>
            <a:pathLst>
              <a:path w="757" h="698" extrusionOk="0">
                <a:moveTo>
                  <a:pt x="410" y="0"/>
                </a:moveTo>
                <a:cubicBezTo>
                  <a:pt x="189" y="0"/>
                  <a:pt x="0" y="158"/>
                  <a:pt x="0" y="347"/>
                </a:cubicBezTo>
                <a:cubicBezTo>
                  <a:pt x="0" y="536"/>
                  <a:pt x="189" y="693"/>
                  <a:pt x="410" y="693"/>
                </a:cubicBezTo>
                <a:cubicBezTo>
                  <a:pt x="423" y="696"/>
                  <a:pt x="437" y="697"/>
                  <a:pt x="451" y="697"/>
                </a:cubicBezTo>
                <a:cubicBezTo>
                  <a:pt x="598" y="697"/>
                  <a:pt x="756" y="548"/>
                  <a:pt x="756" y="347"/>
                </a:cubicBezTo>
                <a:cubicBezTo>
                  <a:pt x="756" y="158"/>
                  <a:pt x="599" y="0"/>
                  <a:pt x="4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47" name="Google Shape;18147;p89"/>
          <p:cNvSpPr/>
          <p:nvPr/>
        </p:nvSpPr>
        <p:spPr>
          <a:xfrm>
            <a:off x="5735955" y="2957830"/>
            <a:ext cx="362585" cy="361315"/>
          </a:xfrm>
          <a:custGeom>
            <a:avLst/>
            <a:gdLst/>
            <a:ahLst/>
            <a:cxnLst/>
            <a:rect l="l" t="t" r="r" b="b"/>
            <a:pathLst>
              <a:path w="12792" h="12732" extrusionOk="0">
                <a:moveTo>
                  <a:pt x="5671" y="2240"/>
                </a:moveTo>
                <a:cubicBezTo>
                  <a:pt x="6333" y="2240"/>
                  <a:pt x="6931" y="2429"/>
                  <a:pt x="7435" y="2744"/>
                </a:cubicBezTo>
                <a:cubicBezTo>
                  <a:pt x="7057" y="4225"/>
                  <a:pt x="5703" y="5233"/>
                  <a:pt x="4159" y="5233"/>
                </a:cubicBezTo>
                <a:lnTo>
                  <a:pt x="2332" y="5233"/>
                </a:lnTo>
                <a:cubicBezTo>
                  <a:pt x="2489" y="3532"/>
                  <a:pt x="3938" y="2240"/>
                  <a:pt x="5671" y="2240"/>
                </a:cubicBezTo>
                <a:close/>
                <a:moveTo>
                  <a:pt x="8318" y="732"/>
                </a:moveTo>
                <a:cubicBezTo>
                  <a:pt x="8434" y="732"/>
                  <a:pt x="8549" y="741"/>
                  <a:pt x="8664" y="759"/>
                </a:cubicBezTo>
                <a:cubicBezTo>
                  <a:pt x="9735" y="917"/>
                  <a:pt x="10523" y="1925"/>
                  <a:pt x="10523" y="3059"/>
                </a:cubicBezTo>
                <a:lnTo>
                  <a:pt x="10523" y="6147"/>
                </a:lnTo>
                <a:cubicBezTo>
                  <a:pt x="10271" y="6021"/>
                  <a:pt x="10050" y="5958"/>
                  <a:pt x="9767" y="5958"/>
                </a:cubicBezTo>
                <a:lnTo>
                  <a:pt x="9767" y="5580"/>
                </a:lnTo>
                <a:cubicBezTo>
                  <a:pt x="9767" y="3626"/>
                  <a:pt x="8349" y="1957"/>
                  <a:pt x="6490" y="1578"/>
                </a:cubicBezTo>
                <a:cubicBezTo>
                  <a:pt x="6975" y="1040"/>
                  <a:pt x="7643" y="732"/>
                  <a:pt x="8318" y="732"/>
                </a:cubicBezTo>
                <a:close/>
                <a:moveTo>
                  <a:pt x="1544" y="6745"/>
                </a:moveTo>
                <a:lnTo>
                  <a:pt x="1544" y="8226"/>
                </a:lnTo>
                <a:cubicBezTo>
                  <a:pt x="1134" y="8226"/>
                  <a:pt x="788" y="7879"/>
                  <a:pt x="788" y="7470"/>
                </a:cubicBezTo>
                <a:cubicBezTo>
                  <a:pt x="788" y="7092"/>
                  <a:pt x="1134" y="6745"/>
                  <a:pt x="1544" y="6745"/>
                </a:cubicBezTo>
                <a:close/>
                <a:moveTo>
                  <a:pt x="9798" y="6745"/>
                </a:moveTo>
                <a:cubicBezTo>
                  <a:pt x="10208" y="6745"/>
                  <a:pt x="10554" y="7060"/>
                  <a:pt x="10554" y="7470"/>
                </a:cubicBezTo>
                <a:cubicBezTo>
                  <a:pt x="10554" y="7879"/>
                  <a:pt x="10208" y="8226"/>
                  <a:pt x="9798" y="8226"/>
                </a:cubicBezTo>
                <a:lnTo>
                  <a:pt x="9798" y="6745"/>
                </a:lnTo>
                <a:close/>
                <a:moveTo>
                  <a:pt x="10712" y="8667"/>
                </a:moveTo>
                <a:cubicBezTo>
                  <a:pt x="10775" y="8888"/>
                  <a:pt x="10869" y="9108"/>
                  <a:pt x="11027" y="9297"/>
                </a:cubicBezTo>
                <a:cubicBezTo>
                  <a:pt x="11090" y="9455"/>
                  <a:pt x="11216" y="9549"/>
                  <a:pt x="11342" y="9707"/>
                </a:cubicBezTo>
                <a:lnTo>
                  <a:pt x="9652" y="9707"/>
                </a:lnTo>
                <a:cubicBezTo>
                  <a:pt x="9738" y="9468"/>
                  <a:pt x="9768" y="9254"/>
                  <a:pt x="9798" y="8982"/>
                </a:cubicBezTo>
                <a:cubicBezTo>
                  <a:pt x="10145" y="8982"/>
                  <a:pt x="10460" y="8856"/>
                  <a:pt x="10712" y="8667"/>
                </a:cubicBezTo>
                <a:close/>
                <a:moveTo>
                  <a:pt x="8066" y="3280"/>
                </a:moveTo>
                <a:cubicBezTo>
                  <a:pt x="8664" y="3847"/>
                  <a:pt x="9042" y="4729"/>
                  <a:pt x="9042" y="5643"/>
                </a:cubicBezTo>
                <a:lnTo>
                  <a:pt x="9042" y="8636"/>
                </a:lnTo>
                <a:cubicBezTo>
                  <a:pt x="9042" y="10463"/>
                  <a:pt x="7530" y="11975"/>
                  <a:pt x="5671" y="11975"/>
                </a:cubicBezTo>
                <a:cubicBezTo>
                  <a:pt x="3812" y="11975"/>
                  <a:pt x="2269" y="10431"/>
                  <a:pt x="2269" y="8573"/>
                </a:cubicBezTo>
                <a:lnTo>
                  <a:pt x="2269" y="5989"/>
                </a:lnTo>
                <a:lnTo>
                  <a:pt x="4159" y="5989"/>
                </a:lnTo>
                <a:cubicBezTo>
                  <a:pt x="5104" y="5989"/>
                  <a:pt x="6049" y="5643"/>
                  <a:pt x="6805" y="5044"/>
                </a:cubicBezTo>
                <a:cubicBezTo>
                  <a:pt x="7404" y="4571"/>
                  <a:pt x="7782" y="3941"/>
                  <a:pt x="8066" y="3280"/>
                </a:cubicBezTo>
                <a:close/>
                <a:moveTo>
                  <a:pt x="8329" y="0"/>
                </a:moveTo>
                <a:cubicBezTo>
                  <a:pt x="7237" y="0"/>
                  <a:pt x="6224" y="580"/>
                  <a:pt x="5671" y="1547"/>
                </a:cubicBezTo>
                <a:lnTo>
                  <a:pt x="5640" y="1547"/>
                </a:lnTo>
                <a:cubicBezTo>
                  <a:pt x="3340" y="1547"/>
                  <a:pt x="1481" y="3374"/>
                  <a:pt x="1481" y="5643"/>
                </a:cubicBezTo>
                <a:lnTo>
                  <a:pt x="1481" y="5989"/>
                </a:lnTo>
                <a:cubicBezTo>
                  <a:pt x="662" y="5989"/>
                  <a:pt x="0" y="6651"/>
                  <a:pt x="0" y="7470"/>
                </a:cubicBezTo>
                <a:cubicBezTo>
                  <a:pt x="0" y="8320"/>
                  <a:pt x="662" y="8982"/>
                  <a:pt x="1481" y="8982"/>
                </a:cubicBezTo>
                <a:cubicBezTo>
                  <a:pt x="1702" y="11061"/>
                  <a:pt x="3466" y="12731"/>
                  <a:pt x="5577" y="12731"/>
                </a:cubicBezTo>
                <a:cubicBezTo>
                  <a:pt x="7215" y="12731"/>
                  <a:pt x="8570" y="11818"/>
                  <a:pt x="9263" y="10463"/>
                </a:cubicBezTo>
                <a:lnTo>
                  <a:pt x="12319" y="10463"/>
                </a:lnTo>
                <a:cubicBezTo>
                  <a:pt x="12476" y="10463"/>
                  <a:pt x="12634" y="10368"/>
                  <a:pt x="12665" y="10211"/>
                </a:cubicBezTo>
                <a:cubicBezTo>
                  <a:pt x="12791" y="9990"/>
                  <a:pt x="12728" y="9833"/>
                  <a:pt x="12571" y="9770"/>
                </a:cubicBezTo>
                <a:cubicBezTo>
                  <a:pt x="11783" y="9360"/>
                  <a:pt x="11248" y="8573"/>
                  <a:pt x="11248" y="7690"/>
                </a:cubicBezTo>
                <a:lnTo>
                  <a:pt x="11248" y="3122"/>
                </a:lnTo>
                <a:cubicBezTo>
                  <a:pt x="11248" y="1578"/>
                  <a:pt x="10208" y="287"/>
                  <a:pt x="8790" y="35"/>
                </a:cubicBezTo>
                <a:cubicBezTo>
                  <a:pt x="8636" y="12"/>
                  <a:pt x="8481" y="0"/>
                  <a:pt x="83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6" name="Google Shape;1776;p47"/>
          <p:cNvSpPr txBox="1"/>
          <p:nvPr>
            <p:ph type="subTitle" idx="1"/>
            <p:custDataLst>
              <p:tags r:id="rId1"/>
            </p:custDataLst>
          </p:nvPr>
        </p:nvSpPr>
        <p:spPr>
          <a:xfrm>
            <a:off x="4089400" y="1564640"/>
            <a:ext cx="791845" cy="424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Admin</a:t>
            </a:r>
            <a:endParaRPr lang="en-US" altLang="en-US" sz="1600"/>
          </a:p>
        </p:txBody>
      </p:sp>
      <p:sp>
        <p:nvSpPr>
          <p:cNvPr id="10" name="Google Shape;1776;p47"/>
          <p:cNvSpPr txBox="1"/>
          <p:nvPr>
            <p:custDataLst>
              <p:tags r:id="rId2"/>
            </p:custDataLst>
          </p:nvPr>
        </p:nvSpPr>
        <p:spPr>
          <a:xfrm>
            <a:off x="5212080" y="1564640"/>
            <a:ext cx="1719580" cy="424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/>
              <a:t>Full control, manage users, create universities</a:t>
            </a:r>
            <a:endParaRPr lang="en-US" altLang="en-US" sz="1000"/>
          </a:p>
        </p:txBody>
      </p:sp>
      <p:cxnSp>
        <p:nvCxnSpPr>
          <p:cNvPr id="2" name="Straight Arrow Connector 1"/>
          <p:cNvCxnSpPr/>
          <p:nvPr/>
        </p:nvCxnSpPr>
        <p:spPr>
          <a:xfrm>
            <a:off x="5068570" y="2002790"/>
            <a:ext cx="0" cy="2813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H="1">
            <a:off x="4133215" y="2688590"/>
            <a:ext cx="944880" cy="262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5068570" y="2688590"/>
            <a:ext cx="0" cy="259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5062220" y="2675890"/>
            <a:ext cx="828040" cy="3295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Google Shape;1776;p47"/>
          <p:cNvSpPr txBox="1"/>
          <p:nvPr>
            <p:custDataLst>
              <p:tags r:id="rId3"/>
            </p:custDataLst>
          </p:nvPr>
        </p:nvSpPr>
        <p:spPr>
          <a:xfrm>
            <a:off x="3620770" y="2251710"/>
            <a:ext cx="1355090" cy="424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CLASS_REP</a:t>
            </a:r>
            <a:endParaRPr lang="en-US" altLang="en-US" sz="1600"/>
          </a:p>
        </p:txBody>
      </p:sp>
      <p:sp>
        <p:nvSpPr>
          <p:cNvPr id="7" name="Google Shape;1776;p47"/>
          <p:cNvSpPr txBox="1"/>
          <p:nvPr>
            <p:custDataLst>
              <p:tags r:id="rId4"/>
            </p:custDataLst>
          </p:nvPr>
        </p:nvSpPr>
        <p:spPr>
          <a:xfrm>
            <a:off x="5225415" y="2222500"/>
            <a:ext cx="1719580" cy="424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/>
              <a:t>Everything + delete materials</a:t>
            </a:r>
            <a:endParaRPr lang="en-US" altLang="en-US" sz="1000"/>
          </a:p>
        </p:txBody>
      </p:sp>
      <p:sp>
        <p:nvSpPr>
          <p:cNvPr id="8" name="Google Shape;1776;p47"/>
          <p:cNvSpPr txBox="1"/>
          <p:nvPr>
            <p:custDataLst>
              <p:tags r:id="rId5"/>
            </p:custDataLst>
          </p:nvPr>
        </p:nvSpPr>
        <p:spPr>
          <a:xfrm>
            <a:off x="4540885" y="3277235"/>
            <a:ext cx="2152650" cy="424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/>
              <a:t>Students</a:t>
            </a:r>
            <a:endParaRPr lang="en-US" altLang="en-US" sz="1600"/>
          </a:p>
        </p:txBody>
      </p:sp>
      <p:sp>
        <p:nvSpPr>
          <p:cNvPr id="9" name="Google Shape;1776;p47"/>
          <p:cNvSpPr txBox="1"/>
          <p:nvPr>
            <p:custDataLst>
              <p:tags r:id="rId6"/>
            </p:custDataLst>
          </p:nvPr>
        </p:nvSpPr>
        <p:spPr>
          <a:xfrm>
            <a:off x="6127750" y="2853055"/>
            <a:ext cx="1389380" cy="4241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/>
              <a:t>browse, download, upload materials</a:t>
            </a:r>
            <a:endParaRPr lang="en-US" alt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47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Tech Stack</a:t>
            </a:r>
            <a:endParaRPr lang="en-US" altLang="en-US"/>
          </a:p>
        </p:txBody>
      </p:sp>
      <p:sp>
        <p:nvSpPr>
          <p:cNvPr id="1776" name="Google Shape;1776;p47"/>
          <p:cNvSpPr txBox="1"/>
          <p:nvPr>
            <p:ph type="subTitle" idx="1"/>
            <p:custDataLst>
              <p:tags r:id="rId1"/>
            </p:custDataLst>
          </p:nvPr>
        </p:nvSpPr>
        <p:spPr>
          <a:xfrm>
            <a:off x="720090" y="1905635"/>
            <a:ext cx="2703195" cy="16719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/>
              <a:t>Fully serverless, zero cold starts, everything on Cloudflare</a:t>
            </a:r>
            <a:endParaRPr lang="en-US" altLang="en-US" sz="1800"/>
          </a:p>
        </p:txBody>
      </p:sp>
      <p:sp>
        <p:nvSpPr>
          <p:cNvPr id="1777" name="Google Shape;1777;p47"/>
          <p:cNvSpPr txBox="1"/>
          <p:nvPr>
            <p:ph type="subTitle" idx="2"/>
            <p:custDataLst>
              <p:tags r:id="rId2"/>
            </p:custDataLst>
          </p:nvPr>
        </p:nvSpPr>
        <p:spPr>
          <a:xfrm>
            <a:off x="6548755" y="1686560"/>
            <a:ext cx="1814830" cy="1015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Cloud flare workers, D1, R2</a:t>
            </a:r>
            <a:endParaRPr lang="en-US" altLang="en-GB"/>
          </a:p>
        </p:txBody>
      </p:sp>
      <p:sp>
        <p:nvSpPr>
          <p:cNvPr id="1778" name="Google Shape;1778;p47"/>
          <p:cNvSpPr txBox="1"/>
          <p:nvPr>
            <p:ph type="subTitle" idx="3"/>
            <p:custDataLst>
              <p:tags r:id="rId3"/>
            </p:custDataLst>
          </p:nvPr>
        </p:nvSpPr>
        <p:spPr>
          <a:xfrm>
            <a:off x="5704205" y="3252470"/>
            <a:ext cx="1247775" cy="414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Firebase</a:t>
            </a:r>
            <a:endParaRPr lang="en-US" altLang="en-GB"/>
          </a:p>
        </p:txBody>
      </p:sp>
      <p:pic>
        <p:nvPicPr>
          <p:cNvPr id="5" name="Picture 4" descr="icons8-cloudflare-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180" y="990600"/>
            <a:ext cx="752475" cy="752475"/>
          </a:xfrm>
          <a:prstGeom prst="rect">
            <a:avLst/>
          </a:prstGeom>
        </p:spPr>
      </p:pic>
      <p:pic>
        <p:nvPicPr>
          <p:cNvPr id="6" name="Picture 5" descr="icons8-firebase-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205" y="2451100"/>
            <a:ext cx="801370" cy="801370"/>
          </a:xfrm>
          <a:prstGeom prst="rect">
            <a:avLst/>
          </a:prstGeom>
        </p:spPr>
      </p:pic>
      <p:pic>
        <p:nvPicPr>
          <p:cNvPr id="7" name="Picture 6" descr="Next.js_wordmark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305" y="1503680"/>
            <a:ext cx="1185545" cy="239395"/>
          </a:xfrm>
          <a:prstGeom prst="rect">
            <a:avLst/>
          </a:prstGeom>
        </p:spPr>
      </p:pic>
      <p:sp>
        <p:nvSpPr>
          <p:cNvPr id="1" name="Google Shape;1776;p47"/>
          <p:cNvSpPr txBox="1"/>
          <p:nvPr>
            <p:custDataLst>
              <p:tags r:id="rId7"/>
            </p:custDataLst>
          </p:nvPr>
        </p:nvSpPr>
        <p:spPr>
          <a:xfrm>
            <a:off x="644525" y="3577590"/>
            <a:ext cx="3404870" cy="4603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https://capsule-frontend.pages.dev/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71" name="Shape 8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2" name="Google Shape;8672;p72"/>
          <p:cNvSpPr txBox="1"/>
          <p:nvPr>
            <p:ph type="title"/>
          </p:nvPr>
        </p:nvSpPr>
        <p:spPr>
          <a:xfrm>
            <a:off x="713105" y="596265"/>
            <a:ext cx="5200015" cy="229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 lang="en-GB"/>
          </a:p>
        </p:txBody>
      </p:sp>
      <p:grpSp>
        <p:nvGrpSpPr>
          <p:cNvPr id="8675" name="Google Shape;8675;p72"/>
          <p:cNvGrpSpPr/>
          <p:nvPr/>
        </p:nvGrpSpPr>
        <p:grpSpPr>
          <a:xfrm>
            <a:off x="2790018" y="-107686"/>
            <a:ext cx="6371098" cy="4994649"/>
            <a:chOff x="3037643" y="-107686"/>
            <a:chExt cx="6371098" cy="4994649"/>
          </a:xfrm>
        </p:grpSpPr>
        <p:sp>
          <p:nvSpPr>
            <p:cNvPr id="8676" name="Google Shape;8676;p72"/>
            <p:cNvSpPr/>
            <p:nvPr/>
          </p:nvSpPr>
          <p:spPr>
            <a:xfrm>
              <a:off x="3037643" y="4807147"/>
              <a:ext cx="6371098" cy="245"/>
            </a:xfrm>
            <a:custGeom>
              <a:avLst/>
              <a:gdLst/>
              <a:ahLst/>
              <a:cxnLst/>
              <a:rect l="l" t="t" r="r" b="b"/>
              <a:pathLst>
                <a:path w="26051" h="1" fill="none" extrusionOk="0">
                  <a:moveTo>
                    <a:pt x="26050" y="1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677" name="Google Shape;8677;p72"/>
            <p:cNvGrpSpPr/>
            <p:nvPr/>
          </p:nvGrpSpPr>
          <p:grpSpPr>
            <a:xfrm>
              <a:off x="6656001" y="-107686"/>
              <a:ext cx="497676" cy="1794742"/>
              <a:chOff x="6717790" y="1105236"/>
              <a:chExt cx="332116" cy="1197612"/>
            </a:xfrm>
          </p:grpSpPr>
          <p:sp>
            <p:nvSpPr>
              <p:cNvPr id="8678" name="Google Shape;8678;p72"/>
              <p:cNvSpPr/>
              <p:nvPr/>
            </p:nvSpPr>
            <p:spPr>
              <a:xfrm>
                <a:off x="6810479" y="2182769"/>
                <a:ext cx="146248" cy="6725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275" extrusionOk="0">
                    <a:moveTo>
                      <a:pt x="1" y="0"/>
                    </a:moveTo>
                    <a:cubicBezTo>
                      <a:pt x="16" y="152"/>
                      <a:pt x="146" y="274"/>
                      <a:pt x="303" y="274"/>
                    </a:cubicBezTo>
                    <a:cubicBezTo>
                      <a:pt x="454" y="274"/>
                      <a:pt x="584" y="152"/>
                      <a:pt x="5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79" name="Google Shape;8679;p72"/>
              <p:cNvSpPr/>
              <p:nvPr/>
            </p:nvSpPr>
            <p:spPr>
              <a:xfrm>
                <a:off x="6882624" y="2275947"/>
                <a:ext cx="245" cy="26902"/>
              </a:xfrm>
              <a:custGeom>
                <a:avLst/>
                <a:gdLst/>
                <a:ahLst/>
                <a:cxnLst/>
                <a:rect l="l" t="t" r="r" b="b"/>
                <a:pathLst>
                  <a:path w="1" h="110" fill="none" extrusionOk="0">
                    <a:moveTo>
                      <a:pt x="1" y="0"/>
                    </a:moveTo>
                    <a:lnTo>
                      <a:pt x="1" y="10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0" name="Google Shape;8680;p72"/>
              <p:cNvSpPr/>
              <p:nvPr/>
            </p:nvSpPr>
            <p:spPr>
              <a:xfrm>
                <a:off x="6933737" y="2262007"/>
                <a:ext cx="12473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1" fill="none" extrusionOk="0">
                    <a:moveTo>
                      <a:pt x="0" y="0"/>
                    </a:moveTo>
                    <a:lnTo>
                      <a:pt x="50" y="10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1" name="Google Shape;8681;p72"/>
              <p:cNvSpPr/>
              <p:nvPr/>
            </p:nvSpPr>
            <p:spPr>
              <a:xfrm>
                <a:off x="6968709" y="2227034"/>
                <a:ext cx="25190" cy="12473"/>
              </a:xfrm>
              <a:custGeom>
                <a:avLst/>
                <a:gdLst/>
                <a:ahLst/>
                <a:cxnLst/>
                <a:rect l="l" t="t" r="r" b="b"/>
                <a:pathLst>
                  <a:path w="103" h="51" fill="none" extrusionOk="0">
                    <a:moveTo>
                      <a:pt x="1" y="0"/>
                    </a:moveTo>
                    <a:lnTo>
                      <a:pt x="102" y="5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2" name="Google Shape;8682;p72"/>
              <p:cNvSpPr/>
              <p:nvPr/>
            </p:nvSpPr>
            <p:spPr>
              <a:xfrm>
                <a:off x="6773795" y="2227034"/>
                <a:ext cx="24701" cy="1247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1" fill="none" extrusionOk="0">
                    <a:moveTo>
                      <a:pt x="101" y="0"/>
                    </a:moveTo>
                    <a:lnTo>
                      <a:pt x="1" y="5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3" name="Google Shape;8683;p72"/>
              <p:cNvSpPr/>
              <p:nvPr/>
            </p:nvSpPr>
            <p:spPr>
              <a:xfrm>
                <a:off x="6819283" y="2262007"/>
                <a:ext cx="14674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60" h="101" fill="none" extrusionOk="0">
                    <a:moveTo>
                      <a:pt x="60" y="0"/>
                    </a:moveTo>
                    <a:lnTo>
                      <a:pt x="1" y="10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4" name="Google Shape;8684;p72"/>
              <p:cNvSpPr/>
              <p:nvPr/>
            </p:nvSpPr>
            <p:spPr>
              <a:xfrm>
                <a:off x="6884336" y="1105236"/>
                <a:ext cx="245" cy="796785"/>
              </a:xfrm>
              <a:custGeom>
                <a:avLst/>
                <a:gdLst/>
                <a:ahLst/>
                <a:cxnLst/>
                <a:rect l="l" t="t" r="r" b="b"/>
                <a:pathLst>
                  <a:path w="1" h="3258" fill="none" extrusionOk="0">
                    <a:moveTo>
                      <a:pt x="1" y="325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5" name="Google Shape;8685;p72"/>
              <p:cNvSpPr/>
              <p:nvPr/>
            </p:nvSpPr>
            <p:spPr>
              <a:xfrm>
                <a:off x="6717790" y="1901769"/>
                <a:ext cx="332116" cy="281247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1150" extrusionOk="0">
                    <a:moveTo>
                      <a:pt x="682" y="0"/>
                    </a:moveTo>
                    <a:cubicBezTo>
                      <a:pt x="280" y="0"/>
                      <a:pt x="0" y="302"/>
                      <a:pt x="0" y="761"/>
                    </a:cubicBezTo>
                    <a:lnTo>
                      <a:pt x="0" y="1149"/>
                    </a:lnTo>
                    <a:lnTo>
                      <a:pt x="1358" y="1149"/>
                    </a:lnTo>
                    <a:lnTo>
                      <a:pt x="1358" y="761"/>
                    </a:lnTo>
                    <a:cubicBezTo>
                      <a:pt x="1358" y="302"/>
                      <a:pt x="1078" y="0"/>
                      <a:pt x="6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686" name="Google Shape;8686;p72"/>
            <p:cNvGrpSpPr/>
            <p:nvPr/>
          </p:nvGrpSpPr>
          <p:grpSpPr>
            <a:xfrm>
              <a:off x="5174573" y="1686988"/>
              <a:ext cx="3460537" cy="3199975"/>
              <a:chOff x="5603086" y="1871688"/>
              <a:chExt cx="3260966" cy="3015431"/>
            </a:xfrm>
          </p:grpSpPr>
          <p:sp>
            <p:nvSpPr>
              <p:cNvPr id="8687" name="Google Shape;8687;p72"/>
              <p:cNvSpPr/>
              <p:nvPr/>
            </p:nvSpPr>
            <p:spPr>
              <a:xfrm>
                <a:off x="5692595" y="3645485"/>
                <a:ext cx="114455" cy="237715"/>
              </a:xfrm>
              <a:custGeom>
                <a:avLst/>
                <a:gdLst/>
                <a:ahLst/>
                <a:cxnLst/>
                <a:rect l="l" t="t" r="r" b="b"/>
                <a:pathLst>
                  <a:path w="468" h="972" extrusionOk="0">
                    <a:moveTo>
                      <a:pt x="152" y="0"/>
                    </a:moveTo>
                    <a:lnTo>
                      <a:pt x="0" y="345"/>
                    </a:lnTo>
                    <a:lnTo>
                      <a:pt x="252" y="971"/>
                    </a:lnTo>
                    <a:lnTo>
                      <a:pt x="468" y="468"/>
                    </a:lnTo>
                    <a:cubicBezTo>
                      <a:pt x="361" y="288"/>
                      <a:pt x="252" y="123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8" name="Google Shape;8688;p72"/>
              <p:cNvSpPr/>
              <p:nvPr/>
            </p:nvSpPr>
            <p:spPr>
              <a:xfrm>
                <a:off x="5632922" y="3577008"/>
                <a:ext cx="96847" cy="15309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626" extrusionOk="0">
                    <a:moveTo>
                      <a:pt x="39" y="1"/>
                    </a:moveTo>
                    <a:cubicBezTo>
                      <a:pt x="26" y="1"/>
                      <a:pt x="13" y="3"/>
                      <a:pt x="1" y="7"/>
                    </a:cubicBezTo>
                    <a:lnTo>
                      <a:pt x="244" y="625"/>
                    </a:lnTo>
                    <a:lnTo>
                      <a:pt x="396" y="280"/>
                    </a:lnTo>
                    <a:cubicBezTo>
                      <a:pt x="258" y="104"/>
                      <a:pt x="131" y="1"/>
                      <a:pt x="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9" name="Google Shape;8689;p72"/>
              <p:cNvSpPr/>
              <p:nvPr/>
            </p:nvSpPr>
            <p:spPr>
              <a:xfrm>
                <a:off x="5603086" y="3578720"/>
                <a:ext cx="89754" cy="15138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619" extrusionOk="0">
                    <a:moveTo>
                      <a:pt x="123" y="0"/>
                    </a:moveTo>
                    <a:cubicBezTo>
                      <a:pt x="30" y="37"/>
                      <a:pt x="0" y="216"/>
                      <a:pt x="14" y="468"/>
                    </a:cubicBezTo>
                    <a:lnTo>
                      <a:pt x="366" y="618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0" name="Google Shape;8690;p72"/>
              <p:cNvSpPr/>
              <p:nvPr/>
            </p:nvSpPr>
            <p:spPr>
              <a:xfrm>
                <a:off x="5606510" y="3692929"/>
                <a:ext cx="147960" cy="190270"/>
              </a:xfrm>
              <a:custGeom>
                <a:avLst/>
                <a:gdLst/>
                <a:ahLst/>
                <a:cxnLst/>
                <a:rect l="l" t="t" r="r" b="b"/>
                <a:pathLst>
                  <a:path w="605" h="77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65"/>
                      <a:pt x="50" y="360"/>
                      <a:pt x="102" y="562"/>
                    </a:cubicBezTo>
                    <a:lnTo>
                      <a:pt x="604" y="777"/>
                    </a:lnTo>
                    <a:lnTo>
                      <a:pt x="352" y="1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1" name="Google Shape;8691;p72"/>
              <p:cNvSpPr/>
              <p:nvPr/>
            </p:nvSpPr>
            <p:spPr>
              <a:xfrm>
                <a:off x="5631455" y="3830128"/>
                <a:ext cx="182688" cy="205677"/>
              </a:xfrm>
              <a:custGeom>
                <a:avLst/>
                <a:gdLst/>
                <a:ahLst/>
                <a:cxnLst/>
                <a:rect l="l" t="t" r="r" b="b"/>
                <a:pathLst>
                  <a:path w="747" h="84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50" y="194"/>
                      <a:pt x="107" y="403"/>
                      <a:pt x="186" y="596"/>
                    </a:cubicBezTo>
                    <a:lnTo>
                      <a:pt x="747" y="841"/>
                    </a:lnTo>
                    <a:lnTo>
                      <a:pt x="502" y="2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2" name="Google Shape;8692;p72"/>
              <p:cNvSpPr/>
              <p:nvPr/>
            </p:nvSpPr>
            <p:spPr>
              <a:xfrm>
                <a:off x="5631455" y="3830128"/>
                <a:ext cx="0" cy="245"/>
              </a:xfrm>
              <a:custGeom>
                <a:avLst/>
                <a:gdLst/>
                <a:ahLst/>
                <a:cxnLst/>
                <a:rect l="l" t="t" r="r" b="b"/>
                <a:pathLst>
                  <a:path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3" name="Google Shape;8693;p72"/>
              <p:cNvSpPr/>
              <p:nvPr/>
            </p:nvSpPr>
            <p:spPr>
              <a:xfrm>
                <a:off x="5770120" y="4466474"/>
                <a:ext cx="42554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4" h="1583" extrusionOk="0">
                    <a:moveTo>
                      <a:pt x="1" y="0"/>
                    </a:moveTo>
                    <a:lnTo>
                      <a:pt x="1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4" name="Google Shape;8694;p72"/>
              <p:cNvSpPr/>
              <p:nvPr/>
            </p:nvSpPr>
            <p:spPr>
              <a:xfrm>
                <a:off x="6422362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193" y="0"/>
                    </a:moveTo>
                    <a:lnTo>
                      <a:pt x="1" y="5182"/>
                    </a:lnTo>
                    <a:lnTo>
                      <a:pt x="187" y="5182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5" name="Google Shape;8695;p72"/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6" name="Google Shape;8696;p72"/>
              <p:cNvSpPr/>
              <p:nvPr/>
            </p:nvSpPr>
            <p:spPr>
              <a:xfrm>
                <a:off x="6467850" y="3619317"/>
                <a:ext cx="381762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5183" extrusionOk="0">
                    <a:moveTo>
                      <a:pt x="1195" y="0"/>
                    </a:moveTo>
                    <a:lnTo>
                      <a:pt x="1" y="5182"/>
                    </a:lnTo>
                    <a:lnTo>
                      <a:pt x="367" y="518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7" name="Google Shape;8697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8" name="Google Shape;8698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9" name="Google Shape;8699;p72"/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0" name="Google Shape;8700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1" name="Google Shape;8701;p72"/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2" name="Google Shape;8702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3" name="Google Shape;8703;p72"/>
              <p:cNvSpPr/>
              <p:nvPr/>
            </p:nvSpPr>
            <p:spPr>
              <a:xfrm>
                <a:off x="6940829" y="3619317"/>
                <a:ext cx="276111" cy="1014445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148" extrusionOk="0">
                    <a:moveTo>
                      <a:pt x="1" y="0"/>
                    </a:moveTo>
                    <a:lnTo>
                      <a:pt x="956" y="4147"/>
                    </a:lnTo>
                    <a:lnTo>
                      <a:pt x="977" y="4082"/>
                    </a:lnTo>
                    <a:cubicBezTo>
                      <a:pt x="956" y="4075"/>
                      <a:pt x="943" y="4068"/>
                      <a:pt x="943" y="4068"/>
                    </a:cubicBezTo>
                    <a:cubicBezTo>
                      <a:pt x="943" y="4068"/>
                      <a:pt x="977" y="3916"/>
                      <a:pt x="1036" y="3687"/>
                    </a:cubicBezTo>
                    <a:cubicBezTo>
                      <a:pt x="1057" y="3571"/>
                      <a:pt x="1093" y="3435"/>
                      <a:pt x="1129" y="329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4" name="Google Shape;8704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5" name="Google Shape;8705;p72"/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6" name="Google Shape;8706;p72"/>
              <p:cNvSpPr/>
              <p:nvPr/>
            </p:nvSpPr>
            <p:spPr>
              <a:xfrm>
                <a:off x="7241393" y="4832092"/>
                <a:ext cx="82907" cy="54782"/>
              </a:xfrm>
              <a:custGeom>
                <a:avLst/>
                <a:gdLst/>
                <a:ahLst/>
                <a:cxnLst/>
                <a:rect l="l" t="t" r="r" b="b"/>
                <a:pathLst>
                  <a:path w="339" h="224" extrusionOk="0">
                    <a:moveTo>
                      <a:pt x="79" y="1"/>
                    </a:moveTo>
                    <a:cubicBezTo>
                      <a:pt x="73" y="28"/>
                      <a:pt x="66" y="58"/>
                      <a:pt x="59" y="87"/>
                    </a:cubicBezTo>
                    <a:cubicBezTo>
                      <a:pt x="59" y="87"/>
                      <a:pt x="43" y="180"/>
                      <a:pt x="29" y="201"/>
                    </a:cubicBezTo>
                    <a:cubicBezTo>
                      <a:pt x="22" y="216"/>
                      <a:pt x="7" y="223"/>
                      <a:pt x="0" y="223"/>
                    </a:cubicBezTo>
                    <a:lnTo>
                      <a:pt x="338" y="223"/>
                    </a:lnTo>
                    <a:lnTo>
                      <a:pt x="295" y="65"/>
                    </a:lnTo>
                    <a:cubicBezTo>
                      <a:pt x="231" y="44"/>
                      <a:pt x="166" y="28"/>
                      <a:pt x="102" y="8"/>
                    </a:cubicBezTo>
                    <a:cubicBezTo>
                      <a:pt x="93" y="8"/>
                      <a:pt x="86" y="1"/>
                      <a:pt x="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7" name="Google Shape;8707;p72"/>
              <p:cNvSpPr/>
              <p:nvPr/>
            </p:nvSpPr>
            <p:spPr>
              <a:xfrm>
                <a:off x="7183433" y="4870488"/>
                <a:ext cx="54782" cy="16386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7" extrusionOk="0">
                    <a:moveTo>
                      <a:pt x="1" y="1"/>
                    </a:moveTo>
                    <a:lnTo>
                      <a:pt x="15" y="66"/>
                    </a:lnTo>
                    <a:lnTo>
                      <a:pt x="223" y="66"/>
                    </a:lnTo>
                    <a:cubicBezTo>
                      <a:pt x="223" y="66"/>
                      <a:pt x="216" y="59"/>
                      <a:pt x="201" y="59"/>
                    </a:cubicBezTo>
                    <a:cubicBezTo>
                      <a:pt x="166" y="51"/>
                      <a:pt x="101" y="3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8" name="Google Shape;8708;p72"/>
              <p:cNvSpPr/>
              <p:nvPr/>
            </p:nvSpPr>
            <p:spPr>
              <a:xfrm>
                <a:off x="6629504" y="3531030"/>
                <a:ext cx="84619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62" extrusionOk="0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302"/>
                      <a:pt x="59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296" y="332"/>
                      <a:pt x="266" y="289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9" name="Google Shape;8709;p72"/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0" name="Google Shape;8710;p72"/>
              <p:cNvSpPr/>
              <p:nvPr/>
            </p:nvSpPr>
            <p:spPr>
              <a:xfrm>
                <a:off x="6694557" y="3531030"/>
                <a:ext cx="388854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62" extrusionOk="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89"/>
                      <a:pt x="30" y="332"/>
                      <a:pt x="80" y="352"/>
                    </a:cubicBezTo>
                    <a:cubicBezTo>
                      <a:pt x="95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1" name="Google Shape;8711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2" name="Google Shape;8712;p72"/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avLst/>
                <a:gdLst/>
                <a:ahLst/>
                <a:cxnLst/>
                <a:rect l="l" t="t" r="r" b="b"/>
                <a:pathLst>
                  <a:path w="360" h="223" extrusionOk="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3" name="Google Shape;8713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4" name="Google Shape;8714;p72"/>
              <p:cNvSpPr/>
              <p:nvPr/>
            </p:nvSpPr>
            <p:spPr>
              <a:xfrm>
                <a:off x="8239932" y="3531030"/>
                <a:ext cx="203965" cy="438256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792" extrusionOk="0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32" y="1791"/>
                    </a:lnTo>
                    <a:cubicBezTo>
                      <a:pt x="409" y="1748"/>
                      <a:pt x="475" y="1669"/>
                      <a:pt x="489" y="1582"/>
                    </a:cubicBezTo>
                    <a:lnTo>
                      <a:pt x="83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5" name="Google Shape;8715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6" name="Google Shape;8716;p72"/>
              <p:cNvSpPr/>
              <p:nvPr/>
            </p:nvSpPr>
            <p:spPr>
              <a:xfrm>
                <a:off x="8281996" y="2961449"/>
                <a:ext cx="278068" cy="495973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2028" extrusionOk="0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727" y="2028"/>
                    </a:lnTo>
                    <a:lnTo>
                      <a:pt x="1108" y="253"/>
                    </a:lnTo>
                    <a:cubicBezTo>
                      <a:pt x="1136" y="109"/>
                      <a:pt x="1043" y="1"/>
                      <a:pt x="9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7" name="Google Shape;8717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8" name="Google Shape;8718;p72"/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avLst/>
                <a:gdLst/>
                <a:ahLst/>
                <a:cxnLst/>
                <a:rect l="l" t="t" r="r" b="b"/>
                <a:pathLst>
                  <a:path w="360" h="223" extrusionOk="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9" name="Google Shape;8719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0" name="Google Shape;8720;p72"/>
              <p:cNvSpPr/>
              <p:nvPr/>
            </p:nvSpPr>
            <p:spPr>
              <a:xfrm>
                <a:off x="7779181" y="3977842"/>
                <a:ext cx="49646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203" h="8" extrusionOk="0">
                    <a:moveTo>
                      <a:pt x="145" y="0"/>
                    </a:moveTo>
                    <a:cubicBezTo>
                      <a:pt x="59" y="7"/>
                      <a:pt x="1" y="7"/>
                      <a:pt x="1" y="7"/>
                    </a:cubicBezTo>
                    <a:lnTo>
                      <a:pt x="202" y="7"/>
                    </a:lnTo>
                    <a:cubicBezTo>
                      <a:pt x="180" y="7"/>
                      <a:pt x="159" y="7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1" name="Google Shape;8721;p72"/>
              <p:cNvSpPr/>
              <p:nvPr/>
            </p:nvSpPr>
            <p:spPr>
              <a:xfrm>
                <a:off x="7730269" y="3531030"/>
                <a:ext cx="40353" cy="10076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12" extrusionOk="0">
                    <a:moveTo>
                      <a:pt x="87" y="1"/>
                    </a:moveTo>
                    <a:lnTo>
                      <a:pt x="0" y="411"/>
                    </a:lnTo>
                    <a:cubicBezTo>
                      <a:pt x="64" y="382"/>
                      <a:pt x="114" y="352"/>
                      <a:pt x="151" y="332"/>
                    </a:cubicBezTo>
                    <a:cubicBezTo>
                      <a:pt x="151" y="332"/>
                      <a:pt x="157" y="202"/>
                      <a:pt x="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2" name="Google Shape;8722;p72"/>
              <p:cNvSpPr/>
              <p:nvPr/>
            </p:nvSpPr>
            <p:spPr>
              <a:xfrm>
                <a:off x="8239932" y="3531030"/>
                <a:ext cx="93423" cy="255079"/>
              </a:xfrm>
              <a:custGeom>
                <a:avLst/>
                <a:gdLst/>
                <a:ahLst/>
                <a:cxnLst/>
                <a:rect l="l" t="t" r="r" b="b"/>
                <a:pathLst>
                  <a:path w="382" h="1043" extrusionOk="0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8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3" name="Google Shape;8723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4" name="Google Shape;8724;p72"/>
              <p:cNvSpPr/>
              <p:nvPr/>
            </p:nvSpPr>
            <p:spPr>
              <a:xfrm>
                <a:off x="8281996" y="2961449"/>
                <a:ext cx="168993" cy="495973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028" extrusionOk="0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273" y="2028"/>
                    </a:lnTo>
                    <a:lnTo>
                      <a:pt x="655" y="253"/>
                    </a:lnTo>
                    <a:cubicBezTo>
                      <a:pt x="691" y="109"/>
                      <a:pt x="598" y="1"/>
                      <a:pt x="4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5" name="Google Shape;8725;p72"/>
              <p:cNvSpPr/>
              <p:nvPr/>
            </p:nvSpPr>
            <p:spPr>
              <a:xfrm>
                <a:off x="7967248" y="4053411"/>
                <a:ext cx="60162" cy="660808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702" extrusionOk="0">
                    <a:moveTo>
                      <a:pt x="1" y="0"/>
                    </a:moveTo>
                    <a:lnTo>
                      <a:pt x="1" y="2702"/>
                    </a:lnTo>
                    <a:lnTo>
                      <a:pt x="246" y="2702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6" name="Google Shape;8726;p72"/>
              <p:cNvSpPr/>
              <p:nvPr/>
            </p:nvSpPr>
            <p:spPr>
              <a:xfrm>
                <a:off x="7766953" y="4713969"/>
                <a:ext cx="497685" cy="172906"/>
              </a:xfrm>
              <a:custGeom>
                <a:avLst/>
                <a:gdLst/>
                <a:ahLst/>
                <a:cxnLst/>
                <a:rect l="l" t="t" r="r" b="b"/>
                <a:pathLst>
                  <a:path w="2035" h="707" extrusionOk="0">
                    <a:moveTo>
                      <a:pt x="713" y="1"/>
                    </a:moveTo>
                    <a:lnTo>
                      <a:pt x="73" y="375"/>
                    </a:lnTo>
                    <a:lnTo>
                      <a:pt x="1" y="706"/>
                    </a:lnTo>
                    <a:lnTo>
                      <a:pt x="159" y="706"/>
                    </a:lnTo>
                    <a:lnTo>
                      <a:pt x="159" y="620"/>
                    </a:lnTo>
                    <a:lnTo>
                      <a:pt x="713" y="289"/>
                    </a:lnTo>
                    <a:lnTo>
                      <a:pt x="1172" y="289"/>
                    </a:lnTo>
                    <a:lnTo>
                      <a:pt x="1726" y="620"/>
                    </a:lnTo>
                    <a:lnTo>
                      <a:pt x="1726" y="706"/>
                    </a:lnTo>
                    <a:lnTo>
                      <a:pt x="2034" y="706"/>
                    </a:lnTo>
                    <a:lnTo>
                      <a:pt x="2034" y="511"/>
                    </a:lnTo>
                    <a:lnTo>
                      <a:pt x="117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7" name="Google Shape;8727;p72"/>
              <p:cNvSpPr/>
              <p:nvPr/>
            </p:nvSpPr>
            <p:spPr>
              <a:xfrm>
                <a:off x="7754725" y="3977842"/>
                <a:ext cx="86331" cy="7581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10" extrusionOk="0">
                    <a:moveTo>
                      <a:pt x="245" y="0"/>
                    </a:moveTo>
                    <a:cubicBezTo>
                      <a:pt x="159" y="7"/>
                      <a:pt x="101" y="7"/>
                      <a:pt x="101" y="7"/>
                    </a:cubicBezTo>
                    <a:cubicBezTo>
                      <a:pt x="101" y="7"/>
                      <a:pt x="57" y="137"/>
                      <a:pt x="1" y="309"/>
                    </a:cubicBezTo>
                    <a:lnTo>
                      <a:pt x="280" y="309"/>
                    </a:lnTo>
                    <a:lnTo>
                      <a:pt x="352" y="7"/>
                    </a:lnTo>
                    <a:lnTo>
                      <a:pt x="302" y="7"/>
                    </a:lnTo>
                    <a:cubicBezTo>
                      <a:pt x="280" y="7"/>
                      <a:pt x="259" y="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8" name="Google Shape;8728;p72"/>
              <p:cNvSpPr/>
              <p:nvPr/>
            </p:nvSpPr>
            <p:spPr>
              <a:xfrm>
                <a:off x="7958443" y="3947761"/>
                <a:ext cx="246764" cy="105896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433" extrusionOk="0">
                    <a:moveTo>
                      <a:pt x="548" y="1"/>
                    </a:moveTo>
                    <a:cubicBezTo>
                      <a:pt x="504" y="15"/>
                      <a:pt x="454" y="29"/>
                      <a:pt x="396" y="37"/>
                    </a:cubicBezTo>
                    <a:cubicBezTo>
                      <a:pt x="368" y="44"/>
                      <a:pt x="325" y="51"/>
                      <a:pt x="282" y="58"/>
                    </a:cubicBezTo>
                    <a:cubicBezTo>
                      <a:pt x="223" y="65"/>
                      <a:pt x="159" y="72"/>
                      <a:pt x="87" y="72"/>
                    </a:cubicBezTo>
                    <a:lnTo>
                      <a:pt x="73" y="130"/>
                    </a:lnTo>
                    <a:lnTo>
                      <a:pt x="37" y="274"/>
                    </a:lnTo>
                    <a:lnTo>
                      <a:pt x="1" y="432"/>
                    </a:lnTo>
                    <a:lnTo>
                      <a:pt x="1008" y="432"/>
                    </a:lnTo>
                    <a:lnTo>
                      <a:pt x="936" y="130"/>
                    </a:lnTo>
                    <a:lnTo>
                      <a:pt x="936" y="123"/>
                    </a:lnTo>
                    <a:lnTo>
                      <a:pt x="90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9" name="Google Shape;8729;p72"/>
              <p:cNvSpPr/>
              <p:nvPr/>
            </p:nvSpPr>
            <p:spPr>
              <a:xfrm>
                <a:off x="7216937" y="3353480"/>
                <a:ext cx="191737" cy="63586"/>
              </a:xfrm>
              <a:custGeom>
                <a:avLst/>
                <a:gdLst/>
                <a:ahLst/>
                <a:cxnLst/>
                <a:rect l="l" t="t" r="r" b="b"/>
                <a:pathLst>
                  <a:path w="784" h="260" extrusionOk="0">
                    <a:moveTo>
                      <a:pt x="279" y="0"/>
                    </a:moveTo>
                    <a:cubicBezTo>
                      <a:pt x="266" y="0"/>
                      <a:pt x="193" y="37"/>
                      <a:pt x="150" y="66"/>
                    </a:cubicBezTo>
                    <a:cubicBezTo>
                      <a:pt x="129" y="80"/>
                      <a:pt x="57" y="166"/>
                      <a:pt x="0" y="259"/>
                    </a:cubicBezTo>
                    <a:lnTo>
                      <a:pt x="783" y="259"/>
                    </a:lnTo>
                    <a:lnTo>
                      <a:pt x="783" y="138"/>
                    </a:lnTo>
                    <a:cubicBezTo>
                      <a:pt x="668" y="102"/>
                      <a:pt x="295" y="0"/>
                      <a:pt x="279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0" name="Google Shape;8730;p72"/>
              <p:cNvSpPr/>
              <p:nvPr/>
            </p:nvSpPr>
            <p:spPr>
              <a:xfrm>
                <a:off x="7408428" y="2923053"/>
                <a:ext cx="478120" cy="494016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2020" extrusionOk="0">
                    <a:moveTo>
                      <a:pt x="1955" y="1"/>
                    </a:moveTo>
                    <a:cubicBezTo>
                      <a:pt x="1948" y="8"/>
                      <a:pt x="1762" y="151"/>
                      <a:pt x="1510" y="863"/>
                    </a:cubicBezTo>
                    <a:cubicBezTo>
                      <a:pt x="1430" y="1063"/>
                      <a:pt x="1265" y="1667"/>
                      <a:pt x="1265" y="1667"/>
                    </a:cubicBezTo>
                    <a:lnTo>
                      <a:pt x="0" y="1898"/>
                    </a:lnTo>
                    <a:lnTo>
                      <a:pt x="0" y="2019"/>
                    </a:lnTo>
                    <a:lnTo>
                      <a:pt x="942" y="2019"/>
                    </a:lnTo>
                    <a:cubicBezTo>
                      <a:pt x="1006" y="1933"/>
                      <a:pt x="1078" y="1840"/>
                      <a:pt x="1101" y="1826"/>
                    </a:cubicBezTo>
                    <a:cubicBezTo>
                      <a:pt x="1144" y="1797"/>
                      <a:pt x="1215" y="1760"/>
                      <a:pt x="1230" y="1760"/>
                    </a:cubicBezTo>
                    <a:cubicBezTo>
                      <a:pt x="1237" y="1760"/>
                      <a:pt x="1380" y="1797"/>
                      <a:pt x="1517" y="1833"/>
                    </a:cubicBezTo>
                    <a:cubicBezTo>
                      <a:pt x="1546" y="1358"/>
                      <a:pt x="1610" y="827"/>
                      <a:pt x="1705" y="546"/>
                    </a:cubicBezTo>
                    <a:cubicBezTo>
                      <a:pt x="1782" y="309"/>
                      <a:pt x="1884" y="78"/>
                      <a:pt x="19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1" name="Google Shape;8731;p72"/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2" name="Google Shape;8732;p72"/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3" name="Google Shape;8733;p72"/>
              <p:cNvSpPr/>
              <p:nvPr/>
            </p:nvSpPr>
            <p:spPr>
              <a:xfrm>
                <a:off x="6894852" y="3619317"/>
                <a:ext cx="283448" cy="1059934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4334" extrusionOk="0">
                    <a:moveTo>
                      <a:pt x="1" y="0"/>
                    </a:moveTo>
                    <a:lnTo>
                      <a:pt x="1001" y="4334"/>
                    </a:lnTo>
                    <a:cubicBezTo>
                      <a:pt x="1015" y="4327"/>
                      <a:pt x="1022" y="4320"/>
                      <a:pt x="1029" y="4313"/>
                    </a:cubicBezTo>
                    <a:cubicBezTo>
                      <a:pt x="1065" y="4270"/>
                      <a:pt x="1051" y="4227"/>
                      <a:pt x="1051" y="4211"/>
                    </a:cubicBezTo>
                    <a:cubicBezTo>
                      <a:pt x="1051" y="4193"/>
                      <a:pt x="1067" y="4174"/>
                      <a:pt x="1091" y="4174"/>
                    </a:cubicBezTo>
                    <a:cubicBezTo>
                      <a:pt x="1094" y="4174"/>
                      <a:pt x="1098" y="4174"/>
                      <a:pt x="1101" y="4175"/>
                    </a:cubicBezTo>
                    <a:cubicBezTo>
                      <a:pt x="1108" y="4183"/>
                      <a:pt x="1122" y="4183"/>
                      <a:pt x="1131" y="4190"/>
                    </a:cubicBezTo>
                    <a:cubicBezTo>
                      <a:pt x="1138" y="4190"/>
                      <a:pt x="1144" y="4190"/>
                      <a:pt x="1158" y="4197"/>
                    </a:cubicBezTo>
                    <a:lnTo>
                      <a:pt x="1144" y="4147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4" name="Google Shape;8734;p72"/>
              <p:cNvSpPr/>
              <p:nvPr/>
            </p:nvSpPr>
            <p:spPr>
              <a:xfrm>
                <a:off x="7172917" y="4617368"/>
                <a:ext cx="117879" cy="86331"/>
              </a:xfrm>
              <a:custGeom>
                <a:avLst/>
                <a:gdLst/>
                <a:ahLst/>
                <a:cxnLst/>
                <a:rect l="l" t="t" r="r" b="b"/>
                <a:pathLst>
                  <a:path w="482" h="353" extrusionOk="0">
                    <a:moveTo>
                      <a:pt x="28" y="1"/>
                    </a:moveTo>
                    <a:lnTo>
                      <a:pt x="7" y="66"/>
                    </a:lnTo>
                    <a:lnTo>
                      <a:pt x="21" y="116"/>
                    </a:lnTo>
                    <a:cubicBezTo>
                      <a:pt x="44" y="123"/>
                      <a:pt x="71" y="137"/>
                      <a:pt x="87" y="146"/>
                    </a:cubicBezTo>
                    <a:cubicBezTo>
                      <a:pt x="101" y="153"/>
                      <a:pt x="108" y="232"/>
                      <a:pt x="58" y="289"/>
                    </a:cubicBezTo>
                    <a:cubicBezTo>
                      <a:pt x="44" y="303"/>
                      <a:pt x="28" y="325"/>
                      <a:pt x="1" y="332"/>
                    </a:cubicBezTo>
                    <a:cubicBezTo>
                      <a:pt x="7" y="332"/>
                      <a:pt x="7" y="332"/>
                      <a:pt x="7" y="339"/>
                    </a:cubicBezTo>
                    <a:lnTo>
                      <a:pt x="137" y="339"/>
                    </a:lnTo>
                    <a:cubicBezTo>
                      <a:pt x="144" y="339"/>
                      <a:pt x="151" y="339"/>
                      <a:pt x="158" y="353"/>
                    </a:cubicBezTo>
                    <a:cubicBezTo>
                      <a:pt x="158" y="353"/>
                      <a:pt x="173" y="332"/>
                      <a:pt x="201" y="325"/>
                    </a:cubicBezTo>
                    <a:lnTo>
                      <a:pt x="252" y="325"/>
                    </a:lnTo>
                    <a:lnTo>
                      <a:pt x="252" y="318"/>
                    </a:lnTo>
                    <a:cubicBezTo>
                      <a:pt x="252" y="303"/>
                      <a:pt x="266" y="289"/>
                      <a:pt x="280" y="282"/>
                    </a:cubicBezTo>
                    <a:cubicBezTo>
                      <a:pt x="302" y="282"/>
                      <a:pt x="316" y="296"/>
                      <a:pt x="316" y="318"/>
                    </a:cubicBezTo>
                    <a:lnTo>
                      <a:pt x="316" y="325"/>
                    </a:lnTo>
                    <a:lnTo>
                      <a:pt x="396" y="325"/>
                    </a:lnTo>
                    <a:cubicBezTo>
                      <a:pt x="389" y="303"/>
                      <a:pt x="403" y="289"/>
                      <a:pt x="416" y="282"/>
                    </a:cubicBezTo>
                    <a:lnTo>
                      <a:pt x="432" y="282"/>
                    </a:lnTo>
                    <a:cubicBezTo>
                      <a:pt x="453" y="232"/>
                      <a:pt x="468" y="180"/>
                      <a:pt x="482" y="137"/>
                    </a:cubicBezTo>
                    <a:cubicBezTo>
                      <a:pt x="446" y="130"/>
                      <a:pt x="416" y="123"/>
                      <a:pt x="389" y="116"/>
                    </a:cubicBezTo>
                    <a:cubicBezTo>
                      <a:pt x="316" y="102"/>
                      <a:pt x="252" y="80"/>
                      <a:pt x="187" y="59"/>
                    </a:cubicBezTo>
                    <a:cubicBezTo>
                      <a:pt x="123" y="37"/>
                      <a:pt x="64" y="16"/>
                      <a:pt x="28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5" name="Google Shape;8735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6" name="Google Shape;8736;p72"/>
              <p:cNvSpPr/>
              <p:nvPr/>
            </p:nvSpPr>
            <p:spPr>
              <a:xfrm>
                <a:off x="6852787" y="4738914"/>
                <a:ext cx="403039" cy="147960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605" extrusionOk="0">
                    <a:moveTo>
                      <a:pt x="66" y="1"/>
                    </a:moveTo>
                    <a:cubicBezTo>
                      <a:pt x="59" y="1"/>
                      <a:pt x="59" y="7"/>
                      <a:pt x="52" y="7"/>
                    </a:cubicBezTo>
                    <a:cubicBezTo>
                      <a:pt x="36" y="28"/>
                      <a:pt x="9" y="87"/>
                      <a:pt x="0" y="94"/>
                    </a:cubicBezTo>
                    <a:cubicBezTo>
                      <a:pt x="0" y="101"/>
                      <a:pt x="0" y="114"/>
                      <a:pt x="16" y="123"/>
                    </a:cubicBezTo>
                    <a:cubicBezTo>
                      <a:pt x="30" y="130"/>
                      <a:pt x="259" y="230"/>
                      <a:pt x="576" y="323"/>
                    </a:cubicBezTo>
                    <a:cubicBezTo>
                      <a:pt x="849" y="396"/>
                      <a:pt x="1158" y="482"/>
                      <a:pt x="1353" y="539"/>
                    </a:cubicBezTo>
                    <a:cubicBezTo>
                      <a:pt x="1453" y="568"/>
                      <a:pt x="1518" y="589"/>
                      <a:pt x="1553" y="597"/>
                    </a:cubicBezTo>
                    <a:cubicBezTo>
                      <a:pt x="1568" y="597"/>
                      <a:pt x="1575" y="604"/>
                      <a:pt x="1575" y="604"/>
                    </a:cubicBezTo>
                    <a:lnTo>
                      <a:pt x="1589" y="604"/>
                    </a:lnTo>
                    <a:cubicBezTo>
                      <a:pt x="1596" y="604"/>
                      <a:pt x="1611" y="597"/>
                      <a:pt x="1618" y="582"/>
                    </a:cubicBezTo>
                    <a:cubicBezTo>
                      <a:pt x="1632" y="561"/>
                      <a:pt x="1648" y="468"/>
                      <a:pt x="1648" y="468"/>
                    </a:cubicBezTo>
                    <a:cubicBezTo>
                      <a:pt x="1648" y="468"/>
                      <a:pt x="1596" y="453"/>
                      <a:pt x="1518" y="432"/>
                    </a:cubicBezTo>
                    <a:cubicBezTo>
                      <a:pt x="1503" y="432"/>
                      <a:pt x="1489" y="425"/>
                      <a:pt x="1475" y="425"/>
                    </a:cubicBezTo>
                    <a:cubicBezTo>
                      <a:pt x="1467" y="416"/>
                      <a:pt x="1460" y="416"/>
                      <a:pt x="1446" y="416"/>
                    </a:cubicBezTo>
                    <a:cubicBezTo>
                      <a:pt x="1439" y="409"/>
                      <a:pt x="1423" y="409"/>
                      <a:pt x="1417" y="402"/>
                    </a:cubicBezTo>
                    <a:cubicBezTo>
                      <a:pt x="1403" y="402"/>
                      <a:pt x="1396" y="396"/>
                      <a:pt x="1380" y="396"/>
                    </a:cubicBezTo>
                    <a:lnTo>
                      <a:pt x="1373" y="396"/>
                    </a:lnTo>
                    <a:cubicBezTo>
                      <a:pt x="1353" y="389"/>
                      <a:pt x="1337" y="382"/>
                      <a:pt x="1316" y="373"/>
                    </a:cubicBezTo>
                    <a:cubicBezTo>
                      <a:pt x="1294" y="366"/>
                      <a:pt x="1266" y="359"/>
                      <a:pt x="1244" y="359"/>
                    </a:cubicBezTo>
                    <a:cubicBezTo>
                      <a:pt x="1194" y="339"/>
                      <a:pt x="1130" y="323"/>
                      <a:pt x="1072" y="309"/>
                    </a:cubicBezTo>
                    <a:cubicBezTo>
                      <a:pt x="1051" y="302"/>
                      <a:pt x="1021" y="296"/>
                      <a:pt x="1001" y="287"/>
                    </a:cubicBezTo>
                    <a:lnTo>
                      <a:pt x="992" y="287"/>
                    </a:lnTo>
                    <a:cubicBezTo>
                      <a:pt x="915" y="266"/>
                      <a:pt x="835" y="237"/>
                      <a:pt x="756" y="216"/>
                    </a:cubicBezTo>
                    <a:cubicBezTo>
                      <a:pt x="713" y="209"/>
                      <a:pt x="676" y="194"/>
                      <a:pt x="640" y="187"/>
                    </a:cubicBezTo>
                    <a:cubicBezTo>
                      <a:pt x="626" y="180"/>
                      <a:pt x="613" y="180"/>
                      <a:pt x="597" y="173"/>
                    </a:cubicBezTo>
                    <a:lnTo>
                      <a:pt x="583" y="173"/>
                    </a:lnTo>
                    <a:cubicBezTo>
                      <a:pt x="311" y="94"/>
                      <a:pt x="102" y="7"/>
                      <a:pt x="86" y="7"/>
                    </a:cubicBezTo>
                    <a:cubicBezTo>
                      <a:pt x="86" y="7"/>
                      <a:pt x="73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7" name="Google Shape;8737;p72"/>
              <p:cNvSpPr/>
              <p:nvPr/>
            </p:nvSpPr>
            <p:spPr>
              <a:xfrm>
                <a:off x="6997078" y="4696850"/>
                <a:ext cx="24701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101" h="87" extrusionOk="0">
                    <a:moveTo>
                      <a:pt x="43" y="0"/>
                    </a:moveTo>
                    <a:cubicBezTo>
                      <a:pt x="14" y="7"/>
                      <a:pt x="0" y="28"/>
                      <a:pt x="0" y="28"/>
                    </a:cubicBezTo>
                    <a:cubicBezTo>
                      <a:pt x="7" y="36"/>
                      <a:pt x="14" y="50"/>
                      <a:pt x="23" y="71"/>
                    </a:cubicBezTo>
                    <a:cubicBezTo>
                      <a:pt x="30" y="79"/>
                      <a:pt x="43" y="86"/>
                      <a:pt x="57" y="86"/>
                    </a:cubicBezTo>
                    <a:lnTo>
                      <a:pt x="100" y="8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8" name="Google Shape;8738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9" name="Google Shape;8739;p72"/>
              <p:cNvSpPr/>
              <p:nvPr/>
            </p:nvSpPr>
            <p:spPr>
              <a:xfrm>
                <a:off x="7137455" y="4639867"/>
                <a:ext cx="61874" cy="60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47" extrusionOk="0">
                    <a:moveTo>
                      <a:pt x="99" y="1"/>
                    </a:moveTo>
                    <a:cubicBezTo>
                      <a:pt x="75" y="1"/>
                      <a:pt x="59" y="20"/>
                      <a:pt x="59" y="38"/>
                    </a:cubicBezTo>
                    <a:cubicBezTo>
                      <a:pt x="59" y="54"/>
                      <a:pt x="73" y="97"/>
                      <a:pt x="37" y="140"/>
                    </a:cubicBezTo>
                    <a:cubicBezTo>
                      <a:pt x="30" y="147"/>
                      <a:pt x="23" y="154"/>
                      <a:pt x="9" y="161"/>
                    </a:cubicBezTo>
                    <a:lnTo>
                      <a:pt x="1" y="167"/>
                    </a:lnTo>
                    <a:lnTo>
                      <a:pt x="23" y="211"/>
                    </a:lnTo>
                    <a:lnTo>
                      <a:pt x="37" y="240"/>
                    </a:lnTo>
                    <a:lnTo>
                      <a:pt x="37" y="247"/>
                    </a:lnTo>
                    <a:lnTo>
                      <a:pt x="152" y="247"/>
                    </a:lnTo>
                    <a:cubicBezTo>
                      <a:pt x="152" y="240"/>
                      <a:pt x="152" y="240"/>
                      <a:pt x="146" y="240"/>
                    </a:cubicBezTo>
                    <a:cubicBezTo>
                      <a:pt x="173" y="233"/>
                      <a:pt x="189" y="211"/>
                      <a:pt x="203" y="197"/>
                    </a:cubicBezTo>
                    <a:cubicBezTo>
                      <a:pt x="253" y="140"/>
                      <a:pt x="246" y="61"/>
                      <a:pt x="232" y="54"/>
                    </a:cubicBezTo>
                    <a:cubicBezTo>
                      <a:pt x="216" y="45"/>
                      <a:pt x="189" y="31"/>
                      <a:pt x="166" y="24"/>
                    </a:cubicBezTo>
                    <a:cubicBezTo>
                      <a:pt x="152" y="17"/>
                      <a:pt x="146" y="17"/>
                      <a:pt x="139" y="17"/>
                    </a:cubicBezTo>
                    <a:cubicBezTo>
                      <a:pt x="130" y="10"/>
                      <a:pt x="116" y="10"/>
                      <a:pt x="109" y="2"/>
                    </a:cubicBezTo>
                    <a:cubicBezTo>
                      <a:pt x="106" y="1"/>
                      <a:pt x="102" y="1"/>
                      <a:pt x="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0" name="Google Shape;8740;p72"/>
              <p:cNvSpPr/>
              <p:nvPr/>
            </p:nvSpPr>
            <p:spPr>
              <a:xfrm>
                <a:off x="7105907" y="4687801"/>
                <a:ext cx="212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87" h="65" extrusionOk="0">
                    <a:moveTo>
                      <a:pt x="66" y="1"/>
                    </a:moveTo>
                    <a:cubicBezTo>
                      <a:pt x="52" y="8"/>
                      <a:pt x="30" y="8"/>
                      <a:pt x="0" y="15"/>
                    </a:cubicBezTo>
                    <a:lnTo>
                      <a:pt x="16" y="65"/>
                    </a:lnTo>
                    <a:cubicBezTo>
                      <a:pt x="37" y="58"/>
                      <a:pt x="66" y="51"/>
                      <a:pt x="87" y="51"/>
                    </a:cubicBez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1" name="Google Shape;8741;p72"/>
              <p:cNvSpPr/>
              <p:nvPr/>
            </p:nvSpPr>
            <p:spPr>
              <a:xfrm>
                <a:off x="7037430" y="4696850"/>
                <a:ext cx="21521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88" h="87" extrusionOk="0">
                    <a:moveTo>
                      <a:pt x="1" y="0"/>
                    </a:moveTo>
                    <a:lnTo>
                      <a:pt x="8" y="86"/>
                    </a:lnTo>
                    <a:cubicBezTo>
                      <a:pt x="30" y="86"/>
                      <a:pt x="58" y="86"/>
                      <a:pt x="87" y="79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2" name="Google Shape;8742;p72"/>
              <p:cNvSpPr/>
              <p:nvPr/>
            </p:nvSpPr>
            <p:spPr>
              <a:xfrm>
                <a:off x="7072647" y="4692937"/>
                <a:ext cx="22989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4" h="87" extrusionOk="0">
                    <a:moveTo>
                      <a:pt x="72" y="0"/>
                    </a:moveTo>
                    <a:cubicBezTo>
                      <a:pt x="50" y="9"/>
                      <a:pt x="22" y="9"/>
                      <a:pt x="0" y="9"/>
                    </a:cubicBezTo>
                    <a:lnTo>
                      <a:pt x="16" y="87"/>
                    </a:lnTo>
                    <a:cubicBezTo>
                      <a:pt x="36" y="87"/>
                      <a:pt x="66" y="80"/>
                      <a:pt x="93" y="80"/>
                    </a:cubicBez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3" name="Google Shape;8743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4" name="Google Shape;8744;p72"/>
              <p:cNvSpPr/>
              <p:nvPr/>
            </p:nvSpPr>
            <p:spPr>
              <a:xfrm>
                <a:off x="7100771" y="4744050"/>
                <a:ext cx="9049" cy="39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6" extrusionOk="0">
                    <a:moveTo>
                      <a:pt x="37" y="16"/>
                    </a:moveTo>
                    <a:cubicBezTo>
                      <a:pt x="21" y="16"/>
                      <a:pt x="14" y="7"/>
                      <a:pt x="1" y="0"/>
                    </a:cubicBezTo>
                    <a:cubicBezTo>
                      <a:pt x="14" y="7"/>
                      <a:pt x="21" y="16"/>
                      <a:pt x="37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5" name="Google Shape;8745;p72"/>
              <p:cNvSpPr/>
              <p:nvPr/>
            </p:nvSpPr>
            <p:spPr>
              <a:xfrm>
                <a:off x="7002458" y="4712257"/>
                <a:ext cx="258503" cy="141357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578" extrusionOk="0">
                    <a:moveTo>
                      <a:pt x="380" y="1"/>
                    </a:moveTo>
                    <a:cubicBezTo>
                      <a:pt x="353" y="1"/>
                      <a:pt x="323" y="8"/>
                      <a:pt x="303" y="8"/>
                    </a:cubicBezTo>
                    <a:lnTo>
                      <a:pt x="309" y="37"/>
                    </a:lnTo>
                    <a:lnTo>
                      <a:pt x="309" y="44"/>
                    </a:lnTo>
                    <a:cubicBezTo>
                      <a:pt x="309" y="60"/>
                      <a:pt x="294" y="73"/>
                      <a:pt x="280" y="80"/>
                    </a:cubicBezTo>
                    <a:cubicBezTo>
                      <a:pt x="259" y="80"/>
                      <a:pt x="244" y="73"/>
                      <a:pt x="237" y="51"/>
                    </a:cubicBezTo>
                    <a:lnTo>
                      <a:pt x="230" y="16"/>
                    </a:lnTo>
                    <a:cubicBezTo>
                      <a:pt x="201" y="23"/>
                      <a:pt x="173" y="23"/>
                      <a:pt x="151" y="23"/>
                    </a:cubicBezTo>
                    <a:lnTo>
                      <a:pt x="151" y="51"/>
                    </a:lnTo>
                    <a:lnTo>
                      <a:pt x="151" y="66"/>
                    </a:lnTo>
                    <a:cubicBezTo>
                      <a:pt x="144" y="73"/>
                      <a:pt x="137" y="87"/>
                      <a:pt x="121" y="87"/>
                    </a:cubicBezTo>
                    <a:cubicBezTo>
                      <a:pt x="108" y="87"/>
                      <a:pt x="94" y="80"/>
                      <a:pt x="87" y="66"/>
                    </a:cubicBezTo>
                    <a:lnTo>
                      <a:pt x="87" y="51"/>
                    </a:lnTo>
                    <a:lnTo>
                      <a:pt x="78" y="23"/>
                    </a:lnTo>
                    <a:lnTo>
                      <a:pt x="35" y="23"/>
                    </a:lnTo>
                    <a:cubicBezTo>
                      <a:pt x="21" y="23"/>
                      <a:pt x="8" y="16"/>
                      <a:pt x="1" y="8"/>
                    </a:cubicBezTo>
                    <a:lnTo>
                      <a:pt x="1" y="8"/>
                    </a:lnTo>
                    <a:cubicBezTo>
                      <a:pt x="21" y="66"/>
                      <a:pt x="35" y="160"/>
                      <a:pt x="28" y="296"/>
                    </a:cubicBezTo>
                    <a:cubicBezTo>
                      <a:pt x="64" y="303"/>
                      <a:pt x="101" y="318"/>
                      <a:pt x="144" y="325"/>
                    </a:cubicBezTo>
                    <a:cubicBezTo>
                      <a:pt x="223" y="346"/>
                      <a:pt x="303" y="375"/>
                      <a:pt x="380" y="396"/>
                    </a:cubicBezTo>
                    <a:lnTo>
                      <a:pt x="389" y="396"/>
                    </a:lnTo>
                    <a:cubicBezTo>
                      <a:pt x="409" y="405"/>
                      <a:pt x="439" y="411"/>
                      <a:pt x="460" y="418"/>
                    </a:cubicBezTo>
                    <a:cubicBezTo>
                      <a:pt x="518" y="432"/>
                      <a:pt x="582" y="448"/>
                      <a:pt x="632" y="468"/>
                    </a:cubicBezTo>
                    <a:cubicBezTo>
                      <a:pt x="654" y="468"/>
                      <a:pt x="682" y="475"/>
                      <a:pt x="704" y="482"/>
                    </a:cubicBezTo>
                    <a:cubicBezTo>
                      <a:pt x="725" y="491"/>
                      <a:pt x="741" y="498"/>
                      <a:pt x="761" y="505"/>
                    </a:cubicBezTo>
                    <a:lnTo>
                      <a:pt x="768" y="505"/>
                    </a:lnTo>
                    <a:cubicBezTo>
                      <a:pt x="784" y="505"/>
                      <a:pt x="791" y="511"/>
                      <a:pt x="805" y="511"/>
                    </a:cubicBezTo>
                    <a:cubicBezTo>
                      <a:pt x="811" y="518"/>
                      <a:pt x="827" y="518"/>
                      <a:pt x="834" y="525"/>
                    </a:cubicBezTo>
                    <a:cubicBezTo>
                      <a:pt x="848" y="525"/>
                      <a:pt x="855" y="525"/>
                      <a:pt x="863" y="534"/>
                    </a:cubicBezTo>
                    <a:cubicBezTo>
                      <a:pt x="877" y="534"/>
                      <a:pt x="891" y="541"/>
                      <a:pt x="906" y="541"/>
                    </a:cubicBezTo>
                    <a:cubicBezTo>
                      <a:pt x="984" y="562"/>
                      <a:pt x="1036" y="577"/>
                      <a:pt x="1036" y="577"/>
                    </a:cubicBezTo>
                    <a:cubicBezTo>
                      <a:pt x="1043" y="548"/>
                      <a:pt x="1050" y="518"/>
                      <a:pt x="1056" y="491"/>
                    </a:cubicBezTo>
                    <a:cubicBezTo>
                      <a:pt x="999" y="475"/>
                      <a:pt x="941" y="461"/>
                      <a:pt x="884" y="439"/>
                    </a:cubicBezTo>
                    <a:cubicBezTo>
                      <a:pt x="870" y="439"/>
                      <a:pt x="855" y="432"/>
                      <a:pt x="841" y="432"/>
                    </a:cubicBezTo>
                    <a:cubicBezTo>
                      <a:pt x="784" y="411"/>
                      <a:pt x="734" y="396"/>
                      <a:pt x="682" y="382"/>
                    </a:cubicBezTo>
                    <a:cubicBezTo>
                      <a:pt x="446" y="303"/>
                      <a:pt x="287" y="232"/>
                      <a:pt x="280" y="232"/>
                    </a:cubicBezTo>
                    <a:cubicBezTo>
                      <a:pt x="266" y="223"/>
                      <a:pt x="259" y="210"/>
                      <a:pt x="259" y="203"/>
                    </a:cubicBezTo>
                    <a:cubicBezTo>
                      <a:pt x="266" y="196"/>
                      <a:pt x="294" y="137"/>
                      <a:pt x="316" y="116"/>
                    </a:cubicBezTo>
                    <a:cubicBezTo>
                      <a:pt x="316" y="116"/>
                      <a:pt x="323" y="110"/>
                      <a:pt x="330" y="110"/>
                    </a:cubicBezTo>
                    <a:cubicBezTo>
                      <a:pt x="330" y="110"/>
                      <a:pt x="353" y="66"/>
                      <a:pt x="380" y="30"/>
                    </a:cubicBezTo>
                    <a:cubicBezTo>
                      <a:pt x="380" y="30"/>
                      <a:pt x="380" y="23"/>
                      <a:pt x="389" y="23"/>
                    </a:cubicBezTo>
                    <a:lnTo>
                      <a:pt x="38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6" name="Google Shape;8746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7" name="Google Shape;8747;p72"/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8" name="Google Shape;8748;p72"/>
              <p:cNvSpPr/>
              <p:nvPr/>
            </p:nvSpPr>
            <p:spPr>
              <a:xfrm>
                <a:off x="6868684" y="4699295"/>
                <a:ext cx="142580" cy="853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349" extrusionOk="0">
                    <a:moveTo>
                      <a:pt x="282" y="1"/>
                    </a:moveTo>
                    <a:cubicBezTo>
                      <a:pt x="237" y="1"/>
                      <a:pt x="199" y="2"/>
                      <a:pt x="187" y="4"/>
                    </a:cubicBezTo>
                    <a:cubicBezTo>
                      <a:pt x="151" y="4"/>
                      <a:pt x="101" y="18"/>
                      <a:pt x="80" y="47"/>
                    </a:cubicBezTo>
                    <a:cubicBezTo>
                      <a:pt x="51" y="76"/>
                      <a:pt x="1" y="163"/>
                      <a:pt x="1" y="163"/>
                    </a:cubicBezTo>
                    <a:cubicBezTo>
                      <a:pt x="8" y="163"/>
                      <a:pt x="21" y="169"/>
                      <a:pt x="21" y="169"/>
                    </a:cubicBezTo>
                    <a:cubicBezTo>
                      <a:pt x="37" y="169"/>
                      <a:pt x="246" y="256"/>
                      <a:pt x="518" y="335"/>
                    </a:cubicBezTo>
                    <a:lnTo>
                      <a:pt x="532" y="335"/>
                    </a:lnTo>
                    <a:cubicBezTo>
                      <a:pt x="548" y="342"/>
                      <a:pt x="561" y="342"/>
                      <a:pt x="575" y="349"/>
                    </a:cubicBezTo>
                    <a:cubicBezTo>
                      <a:pt x="582" y="213"/>
                      <a:pt x="568" y="119"/>
                      <a:pt x="548" y="61"/>
                    </a:cubicBezTo>
                    <a:cubicBezTo>
                      <a:pt x="539" y="40"/>
                      <a:pt x="532" y="26"/>
                      <a:pt x="525" y="18"/>
                    </a:cubicBezTo>
                    <a:cubicBezTo>
                      <a:pt x="518" y="4"/>
                      <a:pt x="511" y="4"/>
                      <a:pt x="511" y="4"/>
                    </a:cubicBezTo>
                    <a:cubicBezTo>
                      <a:pt x="496" y="4"/>
                      <a:pt x="373" y="1"/>
                      <a:pt x="2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9" name="Google Shape;8749;p72"/>
              <p:cNvSpPr/>
              <p:nvPr/>
            </p:nvSpPr>
            <p:spPr>
              <a:xfrm>
                <a:off x="6998790" y="4781223"/>
                <a:ext cx="10761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44" h="14" extrusionOk="0">
                    <a:moveTo>
                      <a:pt x="43" y="14"/>
                    </a:moveTo>
                    <a:lnTo>
                      <a:pt x="43" y="14"/>
                    </a:lnTo>
                    <a:cubicBezTo>
                      <a:pt x="29" y="7"/>
                      <a:pt x="16" y="7"/>
                      <a:pt x="0" y="0"/>
                    </a:cubicBezTo>
                    <a:cubicBezTo>
                      <a:pt x="16" y="7"/>
                      <a:pt x="29" y="7"/>
                      <a:pt x="43" y="1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0" name="Google Shape;8750;p72"/>
              <p:cNvSpPr/>
              <p:nvPr/>
            </p:nvSpPr>
            <p:spPr>
              <a:xfrm>
                <a:off x="7019822" y="4686089"/>
                <a:ext cx="19565" cy="4769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5" extrusionOk="0">
                    <a:moveTo>
                      <a:pt x="30" y="1"/>
                    </a:moveTo>
                    <a:cubicBezTo>
                      <a:pt x="16" y="8"/>
                      <a:pt x="0" y="22"/>
                      <a:pt x="0" y="44"/>
                    </a:cubicBezTo>
                    <a:lnTo>
                      <a:pt x="7" y="130"/>
                    </a:lnTo>
                    <a:lnTo>
                      <a:pt x="16" y="158"/>
                    </a:lnTo>
                    <a:lnTo>
                      <a:pt x="16" y="173"/>
                    </a:lnTo>
                    <a:cubicBezTo>
                      <a:pt x="23" y="187"/>
                      <a:pt x="37" y="194"/>
                      <a:pt x="50" y="194"/>
                    </a:cubicBezTo>
                    <a:cubicBezTo>
                      <a:pt x="66" y="194"/>
                      <a:pt x="73" y="180"/>
                      <a:pt x="80" y="173"/>
                    </a:cubicBezTo>
                    <a:lnTo>
                      <a:pt x="80" y="158"/>
                    </a:lnTo>
                    <a:lnTo>
                      <a:pt x="80" y="130"/>
                    </a:lnTo>
                    <a:lnTo>
                      <a:pt x="73" y="44"/>
                    </a:lnTo>
                    <a:lnTo>
                      <a:pt x="73" y="37"/>
                    </a:lnTo>
                    <a:cubicBezTo>
                      <a:pt x="66" y="15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1" name="Google Shape;8751;p72"/>
              <p:cNvSpPr/>
              <p:nvPr/>
            </p:nvSpPr>
            <p:spPr>
              <a:xfrm>
                <a:off x="7055283" y="4686089"/>
                <a:ext cx="22989" cy="4597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8" extrusionOk="0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14" y="123"/>
                    </a:lnTo>
                    <a:lnTo>
                      <a:pt x="21" y="158"/>
                    </a:lnTo>
                    <a:cubicBezTo>
                      <a:pt x="28" y="180"/>
                      <a:pt x="43" y="187"/>
                      <a:pt x="64" y="187"/>
                    </a:cubicBezTo>
                    <a:cubicBezTo>
                      <a:pt x="78" y="180"/>
                      <a:pt x="93" y="167"/>
                      <a:pt x="93" y="151"/>
                    </a:cubicBezTo>
                    <a:lnTo>
                      <a:pt x="93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64" y="15"/>
                      <a:pt x="50" y="1"/>
                      <a:pt x="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2" name="Google Shape;8752;p72"/>
              <p:cNvSpPr/>
              <p:nvPr/>
            </p:nvSpPr>
            <p:spPr>
              <a:xfrm>
                <a:off x="7086831" y="4680709"/>
                <a:ext cx="22989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53" extrusionOk="0">
                    <a:moveTo>
                      <a:pt x="28" y="0"/>
                    </a:moveTo>
                    <a:cubicBezTo>
                      <a:pt x="14" y="7"/>
                      <a:pt x="1" y="23"/>
                      <a:pt x="8" y="44"/>
                    </a:cubicBezTo>
                    <a:lnTo>
                      <a:pt x="14" y="50"/>
                    </a:lnTo>
                    <a:lnTo>
                      <a:pt x="35" y="130"/>
                    </a:lnTo>
                    <a:lnTo>
                      <a:pt x="44" y="152"/>
                    </a:lnTo>
                    <a:cubicBezTo>
                      <a:pt x="44" y="137"/>
                      <a:pt x="51" y="130"/>
                      <a:pt x="58" y="123"/>
                    </a:cubicBezTo>
                    <a:cubicBezTo>
                      <a:pt x="71" y="109"/>
                      <a:pt x="78" y="102"/>
                      <a:pt x="94" y="94"/>
                    </a:cubicBezTo>
                    <a:lnTo>
                      <a:pt x="78" y="44"/>
                    </a:lnTo>
                    <a:lnTo>
                      <a:pt x="71" y="23"/>
                    </a:lnTo>
                    <a:cubicBezTo>
                      <a:pt x="71" y="7"/>
                      <a:pt x="58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3" name="Google Shape;8753;p72"/>
              <p:cNvSpPr/>
              <p:nvPr/>
            </p:nvSpPr>
            <p:spPr>
              <a:xfrm>
                <a:off x="7120092" y="4673861"/>
                <a:ext cx="26413" cy="2641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44" y="1"/>
                    </a:moveTo>
                    <a:cubicBezTo>
                      <a:pt x="37" y="1"/>
                      <a:pt x="29" y="1"/>
                      <a:pt x="29" y="8"/>
                    </a:cubicBezTo>
                    <a:cubicBezTo>
                      <a:pt x="8" y="15"/>
                      <a:pt x="1" y="28"/>
                      <a:pt x="8" y="51"/>
                    </a:cubicBezTo>
                    <a:lnTo>
                      <a:pt x="8" y="58"/>
                    </a:lnTo>
                    <a:lnTo>
                      <a:pt x="29" y="108"/>
                    </a:lnTo>
                    <a:lnTo>
                      <a:pt x="101" y="108"/>
                    </a:lnTo>
                    <a:cubicBezTo>
                      <a:pt x="101" y="101"/>
                      <a:pt x="108" y="101"/>
                      <a:pt x="108" y="101"/>
                    </a:cubicBezTo>
                    <a:lnTo>
                      <a:pt x="94" y="72"/>
                    </a:lnTo>
                    <a:lnTo>
                      <a:pt x="72" y="28"/>
                    </a:lnTo>
                    <a:lnTo>
                      <a:pt x="72" y="22"/>
                    </a:lnTo>
                    <a:cubicBezTo>
                      <a:pt x="65" y="8"/>
                      <a:pt x="51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4" name="Google Shape;8754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5" name="Google Shape;8755;p72"/>
              <p:cNvSpPr/>
              <p:nvPr/>
            </p:nvSpPr>
            <p:spPr>
              <a:xfrm>
                <a:off x="7171205" y="3611980"/>
                <a:ext cx="694313" cy="1044526"/>
              </a:xfrm>
              <a:custGeom>
                <a:avLst/>
                <a:gdLst/>
                <a:ahLst/>
                <a:cxnLst/>
                <a:rect l="l" t="t" r="r" b="b"/>
                <a:pathLst>
                  <a:path w="2839" h="4271" extrusionOk="0">
                    <a:moveTo>
                      <a:pt x="2437" y="1"/>
                    </a:moveTo>
                    <a:cubicBezTo>
                      <a:pt x="2400" y="21"/>
                      <a:pt x="2350" y="51"/>
                      <a:pt x="2286" y="80"/>
                    </a:cubicBezTo>
                    <a:cubicBezTo>
                      <a:pt x="2035" y="210"/>
                      <a:pt x="1603" y="432"/>
                      <a:pt x="970" y="791"/>
                    </a:cubicBezTo>
                    <a:cubicBezTo>
                      <a:pt x="798" y="893"/>
                      <a:pt x="725" y="1122"/>
                      <a:pt x="675" y="1301"/>
                    </a:cubicBezTo>
                    <a:cubicBezTo>
                      <a:pt x="648" y="1424"/>
                      <a:pt x="373" y="2538"/>
                      <a:pt x="187" y="3322"/>
                    </a:cubicBezTo>
                    <a:cubicBezTo>
                      <a:pt x="151" y="3465"/>
                      <a:pt x="115" y="3601"/>
                      <a:pt x="94" y="3717"/>
                    </a:cubicBezTo>
                    <a:cubicBezTo>
                      <a:pt x="35" y="3946"/>
                      <a:pt x="1" y="4098"/>
                      <a:pt x="1" y="4098"/>
                    </a:cubicBezTo>
                    <a:cubicBezTo>
                      <a:pt x="1" y="4098"/>
                      <a:pt x="14" y="4105"/>
                      <a:pt x="35" y="4112"/>
                    </a:cubicBezTo>
                    <a:cubicBezTo>
                      <a:pt x="71" y="4127"/>
                      <a:pt x="130" y="4148"/>
                      <a:pt x="194" y="4170"/>
                    </a:cubicBezTo>
                    <a:cubicBezTo>
                      <a:pt x="259" y="4191"/>
                      <a:pt x="323" y="4213"/>
                      <a:pt x="396" y="4227"/>
                    </a:cubicBezTo>
                    <a:cubicBezTo>
                      <a:pt x="423" y="4234"/>
                      <a:pt x="453" y="4241"/>
                      <a:pt x="489" y="4248"/>
                    </a:cubicBezTo>
                    <a:cubicBezTo>
                      <a:pt x="525" y="4257"/>
                      <a:pt x="568" y="4264"/>
                      <a:pt x="604" y="4270"/>
                    </a:cubicBezTo>
                    <a:lnTo>
                      <a:pt x="648" y="3989"/>
                    </a:lnTo>
                    <a:cubicBezTo>
                      <a:pt x="648" y="3989"/>
                      <a:pt x="1036" y="3040"/>
                      <a:pt x="1165" y="2754"/>
                    </a:cubicBezTo>
                    <a:lnTo>
                      <a:pt x="1172" y="2747"/>
                    </a:lnTo>
                    <a:cubicBezTo>
                      <a:pt x="1322" y="2071"/>
                      <a:pt x="1474" y="1374"/>
                      <a:pt x="1502" y="1281"/>
                    </a:cubicBezTo>
                    <a:cubicBezTo>
                      <a:pt x="1553" y="1093"/>
                      <a:pt x="1596" y="943"/>
                      <a:pt x="1760" y="841"/>
                    </a:cubicBezTo>
                    <a:cubicBezTo>
                      <a:pt x="1912" y="741"/>
                      <a:pt x="2048" y="655"/>
                      <a:pt x="2178" y="582"/>
                    </a:cubicBezTo>
                    <a:cubicBezTo>
                      <a:pt x="2380" y="453"/>
                      <a:pt x="2552" y="353"/>
                      <a:pt x="2695" y="273"/>
                    </a:cubicBezTo>
                    <a:cubicBezTo>
                      <a:pt x="2745" y="246"/>
                      <a:pt x="2795" y="216"/>
                      <a:pt x="2839" y="194"/>
                    </a:cubicBezTo>
                    <a:cubicBezTo>
                      <a:pt x="2788" y="180"/>
                      <a:pt x="2752" y="173"/>
                      <a:pt x="2718" y="166"/>
                    </a:cubicBezTo>
                    <a:cubicBezTo>
                      <a:pt x="2509" y="101"/>
                      <a:pt x="2450" y="15"/>
                      <a:pt x="2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6" name="Google Shape;8756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7" name="Google Shape;8757;p72"/>
              <p:cNvSpPr/>
              <p:nvPr/>
            </p:nvSpPr>
            <p:spPr>
              <a:xfrm>
                <a:off x="7385684" y="4617368"/>
                <a:ext cx="117879" cy="12081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94" extrusionOk="0">
                    <a:moveTo>
                      <a:pt x="36" y="1"/>
                    </a:moveTo>
                    <a:lnTo>
                      <a:pt x="0" y="109"/>
                    </a:lnTo>
                    <a:cubicBezTo>
                      <a:pt x="29" y="116"/>
                      <a:pt x="73" y="130"/>
                      <a:pt x="86" y="146"/>
                    </a:cubicBezTo>
                    <a:cubicBezTo>
                      <a:pt x="107" y="159"/>
                      <a:pt x="116" y="282"/>
                      <a:pt x="7" y="332"/>
                    </a:cubicBezTo>
                    <a:cubicBezTo>
                      <a:pt x="36" y="382"/>
                      <a:pt x="79" y="475"/>
                      <a:pt x="159" y="491"/>
                    </a:cubicBezTo>
                    <a:cubicBezTo>
                      <a:pt x="173" y="493"/>
                      <a:pt x="187" y="494"/>
                      <a:pt x="202" y="494"/>
                    </a:cubicBezTo>
                    <a:cubicBezTo>
                      <a:pt x="268" y="494"/>
                      <a:pt x="335" y="474"/>
                      <a:pt x="370" y="474"/>
                    </a:cubicBezTo>
                    <a:cubicBezTo>
                      <a:pt x="374" y="474"/>
                      <a:pt x="378" y="474"/>
                      <a:pt x="381" y="475"/>
                    </a:cubicBezTo>
                    <a:cubicBezTo>
                      <a:pt x="409" y="353"/>
                      <a:pt x="452" y="223"/>
                      <a:pt x="481" y="137"/>
                    </a:cubicBezTo>
                    <a:cubicBezTo>
                      <a:pt x="302" y="102"/>
                      <a:pt x="116" y="30"/>
                      <a:pt x="36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8" name="Google Shape;8758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9" name="Google Shape;8759;p72"/>
              <p:cNvSpPr/>
              <p:nvPr/>
            </p:nvSpPr>
            <p:spPr>
              <a:xfrm>
                <a:off x="7352179" y="4639867"/>
                <a:ext cx="61874" cy="58695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40" extrusionOk="0">
                    <a:moveTo>
                      <a:pt x="97" y="1"/>
                    </a:moveTo>
                    <a:cubicBezTo>
                      <a:pt x="73" y="1"/>
                      <a:pt x="51" y="20"/>
                      <a:pt x="51" y="38"/>
                    </a:cubicBezTo>
                    <a:cubicBezTo>
                      <a:pt x="51" y="54"/>
                      <a:pt x="65" y="97"/>
                      <a:pt x="28" y="140"/>
                    </a:cubicBezTo>
                    <a:cubicBezTo>
                      <a:pt x="28" y="140"/>
                      <a:pt x="21" y="147"/>
                      <a:pt x="15" y="154"/>
                    </a:cubicBezTo>
                    <a:cubicBezTo>
                      <a:pt x="15" y="154"/>
                      <a:pt x="8" y="161"/>
                      <a:pt x="1" y="167"/>
                    </a:cubicBezTo>
                    <a:lnTo>
                      <a:pt x="28" y="240"/>
                    </a:lnTo>
                    <a:cubicBezTo>
                      <a:pt x="37" y="240"/>
                      <a:pt x="44" y="233"/>
                      <a:pt x="58" y="233"/>
                    </a:cubicBezTo>
                    <a:cubicBezTo>
                      <a:pt x="73" y="228"/>
                      <a:pt x="88" y="223"/>
                      <a:pt x="101" y="223"/>
                    </a:cubicBezTo>
                    <a:cubicBezTo>
                      <a:pt x="106" y="223"/>
                      <a:pt x="110" y="224"/>
                      <a:pt x="115" y="226"/>
                    </a:cubicBezTo>
                    <a:cubicBezTo>
                      <a:pt x="130" y="226"/>
                      <a:pt x="137" y="233"/>
                      <a:pt x="144" y="240"/>
                    </a:cubicBezTo>
                    <a:cubicBezTo>
                      <a:pt x="253" y="190"/>
                      <a:pt x="244" y="67"/>
                      <a:pt x="223" y="54"/>
                    </a:cubicBezTo>
                    <a:cubicBezTo>
                      <a:pt x="210" y="38"/>
                      <a:pt x="166" y="24"/>
                      <a:pt x="137" y="17"/>
                    </a:cubicBezTo>
                    <a:cubicBezTo>
                      <a:pt x="123" y="10"/>
                      <a:pt x="115" y="10"/>
                      <a:pt x="108" y="2"/>
                    </a:cubicBezTo>
                    <a:cubicBezTo>
                      <a:pt x="104" y="1"/>
                      <a:pt x="101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0" name="Google Shape;8760;p72"/>
              <p:cNvSpPr/>
              <p:nvPr/>
            </p:nvSpPr>
            <p:spPr>
              <a:xfrm>
                <a:off x="7065799" y="4738914"/>
                <a:ext cx="404506" cy="14820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606" extrusionOk="0">
                    <a:moveTo>
                      <a:pt x="71" y="1"/>
                    </a:moveTo>
                    <a:cubicBezTo>
                      <a:pt x="64" y="1"/>
                      <a:pt x="57" y="7"/>
                      <a:pt x="57" y="7"/>
                    </a:cubicBezTo>
                    <a:cubicBezTo>
                      <a:pt x="35" y="28"/>
                      <a:pt x="7" y="87"/>
                      <a:pt x="0" y="94"/>
                    </a:cubicBezTo>
                    <a:cubicBezTo>
                      <a:pt x="0" y="101"/>
                      <a:pt x="7" y="114"/>
                      <a:pt x="21" y="123"/>
                    </a:cubicBezTo>
                    <a:cubicBezTo>
                      <a:pt x="28" y="123"/>
                      <a:pt x="187" y="194"/>
                      <a:pt x="423" y="273"/>
                    </a:cubicBezTo>
                    <a:cubicBezTo>
                      <a:pt x="475" y="287"/>
                      <a:pt x="525" y="302"/>
                      <a:pt x="582" y="323"/>
                    </a:cubicBezTo>
                    <a:cubicBezTo>
                      <a:pt x="596" y="323"/>
                      <a:pt x="611" y="330"/>
                      <a:pt x="625" y="330"/>
                    </a:cubicBezTo>
                    <a:cubicBezTo>
                      <a:pt x="682" y="352"/>
                      <a:pt x="740" y="366"/>
                      <a:pt x="797" y="382"/>
                    </a:cubicBezTo>
                    <a:cubicBezTo>
                      <a:pt x="804" y="382"/>
                      <a:pt x="811" y="389"/>
                      <a:pt x="820" y="389"/>
                    </a:cubicBezTo>
                    <a:cubicBezTo>
                      <a:pt x="884" y="409"/>
                      <a:pt x="949" y="425"/>
                      <a:pt x="1013" y="446"/>
                    </a:cubicBezTo>
                    <a:cubicBezTo>
                      <a:pt x="1322" y="532"/>
                      <a:pt x="1574" y="604"/>
                      <a:pt x="1574" y="604"/>
                    </a:cubicBezTo>
                    <a:cubicBezTo>
                      <a:pt x="1574" y="604"/>
                      <a:pt x="1577" y="605"/>
                      <a:pt x="1583" y="605"/>
                    </a:cubicBezTo>
                    <a:cubicBezTo>
                      <a:pt x="1595" y="605"/>
                      <a:pt x="1614" y="602"/>
                      <a:pt x="1624" y="582"/>
                    </a:cubicBezTo>
                    <a:cubicBezTo>
                      <a:pt x="1631" y="561"/>
                      <a:pt x="1653" y="468"/>
                      <a:pt x="1653" y="468"/>
                    </a:cubicBezTo>
                    <a:cubicBezTo>
                      <a:pt x="1653" y="468"/>
                      <a:pt x="1544" y="439"/>
                      <a:pt x="1387" y="396"/>
                    </a:cubicBezTo>
                    <a:cubicBezTo>
                      <a:pt x="1365" y="389"/>
                      <a:pt x="1351" y="389"/>
                      <a:pt x="1329" y="382"/>
                    </a:cubicBezTo>
                    <a:cubicBezTo>
                      <a:pt x="1322" y="382"/>
                      <a:pt x="1322" y="373"/>
                      <a:pt x="1315" y="373"/>
                    </a:cubicBezTo>
                    <a:cubicBezTo>
                      <a:pt x="1294" y="366"/>
                      <a:pt x="1272" y="359"/>
                      <a:pt x="1251" y="359"/>
                    </a:cubicBezTo>
                    <a:cubicBezTo>
                      <a:pt x="1192" y="339"/>
                      <a:pt x="1136" y="323"/>
                      <a:pt x="1079" y="309"/>
                    </a:cubicBezTo>
                    <a:cubicBezTo>
                      <a:pt x="1049" y="302"/>
                      <a:pt x="1027" y="296"/>
                      <a:pt x="999" y="287"/>
                    </a:cubicBezTo>
                    <a:cubicBezTo>
                      <a:pt x="992" y="287"/>
                      <a:pt x="984" y="280"/>
                      <a:pt x="977" y="280"/>
                    </a:cubicBezTo>
                    <a:cubicBezTo>
                      <a:pt x="927" y="266"/>
                      <a:pt x="877" y="252"/>
                      <a:pt x="820" y="237"/>
                    </a:cubicBezTo>
                    <a:lnTo>
                      <a:pt x="811" y="237"/>
                    </a:lnTo>
                    <a:cubicBezTo>
                      <a:pt x="804" y="230"/>
                      <a:pt x="791" y="230"/>
                      <a:pt x="784" y="223"/>
                    </a:cubicBezTo>
                    <a:lnTo>
                      <a:pt x="761" y="223"/>
                    </a:lnTo>
                    <a:cubicBezTo>
                      <a:pt x="740" y="216"/>
                      <a:pt x="711" y="209"/>
                      <a:pt x="682" y="201"/>
                    </a:cubicBezTo>
                    <a:cubicBezTo>
                      <a:pt x="682" y="194"/>
                      <a:pt x="675" y="194"/>
                      <a:pt x="675" y="194"/>
                    </a:cubicBezTo>
                    <a:cubicBezTo>
                      <a:pt x="661" y="194"/>
                      <a:pt x="654" y="187"/>
                      <a:pt x="639" y="187"/>
                    </a:cubicBezTo>
                    <a:cubicBezTo>
                      <a:pt x="632" y="180"/>
                      <a:pt x="618" y="180"/>
                      <a:pt x="604" y="173"/>
                    </a:cubicBezTo>
                    <a:lnTo>
                      <a:pt x="582" y="173"/>
                    </a:lnTo>
                    <a:cubicBezTo>
                      <a:pt x="561" y="166"/>
                      <a:pt x="532" y="158"/>
                      <a:pt x="509" y="151"/>
                    </a:cubicBezTo>
                    <a:cubicBezTo>
                      <a:pt x="466" y="137"/>
                      <a:pt x="423" y="123"/>
                      <a:pt x="380" y="107"/>
                    </a:cubicBezTo>
                    <a:cubicBezTo>
                      <a:pt x="302" y="80"/>
                      <a:pt x="230" y="57"/>
                      <a:pt x="180" y="37"/>
                    </a:cubicBezTo>
                    <a:cubicBezTo>
                      <a:pt x="164" y="37"/>
                      <a:pt x="157" y="28"/>
                      <a:pt x="144" y="21"/>
                    </a:cubicBezTo>
                    <a:lnTo>
                      <a:pt x="130" y="21"/>
                    </a:lnTo>
                    <a:cubicBezTo>
                      <a:pt x="121" y="14"/>
                      <a:pt x="121" y="14"/>
                      <a:pt x="114" y="14"/>
                    </a:cubicBezTo>
                    <a:cubicBezTo>
                      <a:pt x="100" y="7"/>
                      <a:pt x="94" y="7"/>
                      <a:pt x="87" y="7"/>
                    </a:cubicBezTo>
                    <a:cubicBezTo>
                      <a:pt x="87" y="7"/>
                      <a:pt x="78" y="1"/>
                      <a:pt x="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1" name="Google Shape;8761;p72"/>
              <p:cNvSpPr/>
              <p:nvPr/>
            </p:nvSpPr>
            <p:spPr>
              <a:xfrm>
                <a:off x="7211312" y="4696850"/>
                <a:ext cx="25190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87" extrusionOk="0">
                    <a:moveTo>
                      <a:pt x="44" y="0"/>
                    </a:moveTo>
                    <a:cubicBezTo>
                      <a:pt x="16" y="7"/>
                      <a:pt x="1" y="28"/>
                      <a:pt x="1" y="28"/>
                    </a:cubicBezTo>
                    <a:cubicBezTo>
                      <a:pt x="9" y="36"/>
                      <a:pt x="16" y="50"/>
                      <a:pt x="16" y="71"/>
                    </a:cubicBezTo>
                    <a:lnTo>
                      <a:pt x="23" y="71"/>
                    </a:lnTo>
                    <a:cubicBezTo>
                      <a:pt x="30" y="79"/>
                      <a:pt x="44" y="86"/>
                      <a:pt x="59" y="86"/>
                    </a:cubicBezTo>
                    <a:lnTo>
                      <a:pt x="102" y="8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2" name="Google Shape;8762;p72"/>
              <p:cNvSpPr/>
              <p:nvPr/>
            </p:nvSpPr>
            <p:spPr>
              <a:xfrm>
                <a:off x="7250198" y="4696850"/>
                <a:ext cx="22989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4" h="87" extrusionOk="0">
                    <a:moveTo>
                      <a:pt x="0" y="0"/>
                    </a:moveTo>
                    <a:lnTo>
                      <a:pt x="7" y="86"/>
                    </a:lnTo>
                    <a:cubicBezTo>
                      <a:pt x="30" y="86"/>
                      <a:pt x="50" y="86"/>
                      <a:pt x="80" y="79"/>
                    </a:cubicBezTo>
                    <a:lnTo>
                      <a:pt x="93" y="79"/>
                    </a:lnTo>
                    <a:lnTo>
                      <a:pt x="87" y="5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3" name="Google Shape;8763;p72"/>
              <p:cNvSpPr/>
              <p:nvPr/>
            </p:nvSpPr>
            <p:spPr>
              <a:xfrm>
                <a:off x="7320631" y="4687801"/>
                <a:ext cx="22989" cy="21521"/>
              </a:xfrm>
              <a:custGeom>
                <a:avLst/>
                <a:gdLst/>
                <a:ahLst/>
                <a:cxnLst/>
                <a:rect l="l" t="t" r="r" b="b"/>
                <a:pathLst>
                  <a:path w="94" h="88" extrusionOk="0">
                    <a:moveTo>
                      <a:pt x="64" y="1"/>
                    </a:moveTo>
                    <a:cubicBezTo>
                      <a:pt x="57" y="1"/>
                      <a:pt x="44" y="8"/>
                      <a:pt x="37" y="8"/>
                    </a:cubicBezTo>
                    <a:cubicBezTo>
                      <a:pt x="21" y="8"/>
                      <a:pt x="7" y="15"/>
                      <a:pt x="0" y="15"/>
                    </a:cubicBezTo>
                    <a:lnTo>
                      <a:pt x="21" y="87"/>
                    </a:lnTo>
                    <a:cubicBezTo>
                      <a:pt x="44" y="87"/>
                      <a:pt x="71" y="80"/>
                      <a:pt x="94" y="73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4" name="Google Shape;8764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5" name="Google Shape;8765;p72"/>
              <p:cNvSpPr/>
              <p:nvPr/>
            </p:nvSpPr>
            <p:spPr>
              <a:xfrm>
                <a:off x="7285170" y="4692937"/>
                <a:ext cx="23478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6" h="87" extrusionOk="0">
                    <a:moveTo>
                      <a:pt x="73" y="0"/>
                    </a:moveTo>
                    <a:cubicBezTo>
                      <a:pt x="52" y="9"/>
                      <a:pt x="30" y="9"/>
                      <a:pt x="0" y="9"/>
                    </a:cubicBezTo>
                    <a:lnTo>
                      <a:pt x="16" y="87"/>
                    </a:lnTo>
                    <a:cubicBezTo>
                      <a:pt x="44" y="87"/>
                      <a:pt x="73" y="80"/>
                      <a:pt x="95" y="80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6" name="Google Shape;8766;p72"/>
              <p:cNvSpPr/>
              <p:nvPr/>
            </p:nvSpPr>
            <p:spPr>
              <a:xfrm>
                <a:off x="7216937" y="4694160"/>
                <a:ext cx="268774" cy="159455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652" extrusionOk="0">
                    <a:moveTo>
                      <a:pt x="654" y="1"/>
                    </a:moveTo>
                    <a:cubicBezTo>
                      <a:pt x="641" y="1"/>
                      <a:pt x="626" y="6"/>
                      <a:pt x="611" y="11"/>
                    </a:cubicBezTo>
                    <a:cubicBezTo>
                      <a:pt x="597" y="11"/>
                      <a:pt x="590" y="18"/>
                      <a:pt x="581" y="18"/>
                    </a:cubicBezTo>
                    <a:lnTo>
                      <a:pt x="597" y="47"/>
                    </a:lnTo>
                    <a:lnTo>
                      <a:pt x="597" y="54"/>
                    </a:lnTo>
                    <a:cubicBezTo>
                      <a:pt x="604" y="68"/>
                      <a:pt x="597" y="90"/>
                      <a:pt x="574" y="97"/>
                    </a:cubicBezTo>
                    <a:cubicBezTo>
                      <a:pt x="571" y="99"/>
                      <a:pt x="567" y="100"/>
                      <a:pt x="563" y="100"/>
                    </a:cubicBezTo>
                    <a:cubicBezTo>
                      <a:pt x="551" y="100"/>
                      <a:pt x="537" y="92"/>
                      <a:pt x="531" y="75"/>
                    </a:cubicBezTo>
                    <a:lnTo>
                      <a:pt x="531" y="68"/>
                    </a:lnTo>
                    <a:lnTo>
                      <a:pt x="518" y="47"/>
                    </a:lnTo>
                    <a:cubicBezTo>
                      <a:pt x="495" y="54"/>
                      <a:pt x="468" y="61"/>
                      <a:pt x="445" y="61"/>
                    </a:cubicBezTo>
                    <a:lnTo>
                      <a:pt x="452" y="82"/>
                    </a:lnTo>
                    <a:lnTo>
                      <a:pt x="452" y="90"/>
                    </a:lnTo>
                    <a:cubicBezTo>
                      <a:pt x="452" y="104"/>
                      <a:pt x="438" y="118"/>
                      <a:pt x="424" y="125"/>
                    </a:cubicBezTo>
                    <a:cubicBezTo>
                      <a:pt x="421" y="127"/>
                      <a:pt x="418" y="127"/>
                      <a:pt x="415" y="127"/>
                    </a:cubicBezTo>
                    <a:cubicBezTo>
                      <a:pt x="401" y="127"/>
                      <a:pt x="388" y="115"/>
                      <a:pt x="388" y="104"/>
                    </a:cubicBezTo>
                    <a:lnTo>
                      <a:pt x="381" y="104"/>
                    </a:lnTo>
                    <a:lnTo>
                      <a:pt x="374" y="75"/>
                    </a:lnTo>
                    <a:cubicBezTo>
                      <a:pt x="352" y="75"/>
                      <a:pt x="323" y="82"/>
                      <a:pt x="295" y="82"/>
                    </a:cubicBezTo>
                    <a:lnTo>
                      <a:pt x="302" y="111"/>
                    </a:lnTo>
                    <a:lnTo>
                      <a:pt x="302" y="118"/>
                    </a:lnTo>
                    <a:cubicBezTo>
                      <a:pt x="302" y="134"/>
                      <a:pt x="295" y="140"/>
                      <a:pt x="288" y="147"/>
                    </a:cubicBezTo>
                    <a:cubicBezTo>
                      <a:pt x="288" y="154"/>
                      <a:pt x="279" y="154"/>
                      <a:pt x="273" y="154"/>
                    </a:cubicBezTo>
                    <a:cubicBezTo>
                      <a:pt x="259" y="154"/>
                      <a:pt x="245" y="147"/>
                      <a:pt x="236" y="125"/>
                    </a:cubicBezTo>
                    <a:lnTo>
                      <a:pt x="229" y="90"/>
                    </a:lnTo>
                    <a:lnTo>
                      <a:pt x="216" y="90"/>
                    </a:lnTo>
                    <a:cubicBezTo>
                      <a:pt x="186" y="97"/>
                      <a:pt x="166" y="97"/>
                      <a:pt x="143" y="97"/>
                    </a:cubicBezTo>
                    <a:lnTo>
                      <a:pt x="150" y="125"/>
                    </a:lnTo>
                    <a:cubicBezTo>
                      <a:pt x="150" y="125"/>
                      <a:pt x="150" y="134"/>
                      <a:pt x="143" y="140"/>
                    </a:cubicBezTo>
                    <a:cubicBezTo>
                      <a:pt x="143" y="147"/>
                      <a:pt x="129" y="161"/>
                      <a:pt x="116" y="161"/>
                    </a:cubicBezTo>
                    <a:lnTo>
                      <a:pt x="107" y="161"/>
                    </a:lnTo>
                    <a:cubicBezTo>
                      <a:pt x="93" y="154"/>
                      <a:pt x="86" y="147"/>
                      <a:pt x="86" y="140"/>
                    </a:cubicBezTo>
                    <a:cubicBezTo>
                      <a:pt x="79" y="140"/>
                      <a:pt x="79" y="134"/>
                      <a:pt x="79" y="125"/>
                    </a:cubicBezTo>
                    <a:lnTo>
                      <a:pt x="79" y="97"/>
                    </a:lnTo>
                    <a:lnTo>
                      <a:pt x="36" y="97"/>
                    </a:lnTo>
                    <a:cubicBezTo>
                      <a:pt x="21" y="97"/>
                      <a:pt x="7" y="90"/>
                      <a:pt x="0" y="82"/>
                    </a:cubicBezTo>
                    <a:lnTo>
                      <a:pt x="0" y="82"/>
                    </a:lnTo>
                    <a:cubicBezTo>
                      <a:pt x="7" y="104"/>
                      <a:pt x="14" y="140"/>
                      <a:pt x="21" y="177"/>
                    </a:cubicBezTo>
                    <a:cubicBezTo>
                      <a:pt x="21" y="204"/>
                      <a:pt x="21" y="234"/>
                      <a:pt x="29" y="270"/>
                    </a:cubicBezTo>
                    <a:cubicBezTo>
                      <a:pt x="29" y="297"/>
                      <a:pt x="29" y="334"/>
                      <a:pt x="21" y="370"/>
                    </a:cubicBezTo>
                    <a:cubicBezTo>
                      <a:pt x="36" y="370"/>
                      <a:pt x="43" y="377"/>
                      <a:pt x="57" y="377"/>
                    </a:cubicBezTo>
                    <a:cubicBezTo>
                      <a:pt x="57" y="377"/>
                      <a:pt x="64" y="377"/>
                      <a:pt x="64" y="384"/>
                    </a:cubicBezTo>
                    <a:cubicBezTo>
                      <a:pt x="93" y="392"/>
                      <a:pt x="122" y="399"/>
                      <a:pt x="143" y="406"/>
                    </a:cubicBezTo>
                    <a:lnTo>
                      <a:pt x="166" y="406"/>
                    </a:lnTo>
                    <a:cubicBezTo>
                      <a:pt x="173" y="413"/>
                      <a:pt x="186" y="413"/>
                      <a:pt x="193" y="420"/>
                    </a:cubicBezTo>
                    <a:lnTo>
                      <a:pt x="202" y="420"/>
                    </a:lnTo>
                    <a:cubicBezTo>
                      <a:pt x="259" y="435"/>
                      <a:pt x="309" y="449"/>
                      <a:pt x="359" y="463"/>
                    </a:cubicBezTo>
                    <a:cubicBezTo>
                      <a:pt x="366" y="463"/>
                      <a:pt x="374" y="470"/>
                      <a:pt x="381" y="470"/>
                    </a:cubicBezTo>
                    <a:cubicBezTo>
                      <a:pt x="409" y="479"/>
                      <a:pt x="431" y="485"/>
                      <a:pt x="461" y="492"/>
                    </a:cubicBezTo>
                    <a:cubicBezTo>
                      <a:pt x="518" y="506"/>
                      <a:pt x="574" y="522"/>
                      <a:pt x="633" y="542"/>
                    </a:cubicBezTo>
                    <a:cubicBezTo>
                      <a:pt x="654" y="542"/>
                      <a:pt x="676" y="549"/>
                      <a:pt x="697" y="556"/>
                    </a:cubicBezTo>
                    <a:cubicBezTo>
                      <a:pt x="704" y="556"/>
                      <a:pt x="704" y="565"/>
                      <a:pt x="711" y="565"/>
                    </a:cubicBezTo>
                    <a:cubicBezTo>
                      <a:pt x="733" y="572"/>
                      <a:pt x="747" y="572"/>
                      <a:pt x="769" y="579"/>
                    </a:cubicBezTo>
                    <a:cubicBezTo>
                      <a:pt x="926" y="622"/>
                      <a:pt x="1035" y="651"/>
                      <a:pt x="1035" y="651"/>
                    </a:cubicBezTo>
                    <a:cubicBezTo>
                      <a:pt x="1099" y="384"/>
                      <a:pt x="1092" y="197"/>
                      <a:pt x="1078" y="168"/>
                    </a:cubicBezTo>
                    <a:cubicBezTo>
                      <a:pt x="1078" y="161"/>
                      <a:pt x="1078" y="161"/>
                      <a:pt x="1071" y="161"/>
                    </a:cubicBezTo>
                    <a:cubicBezTo>
                      <a:pt x="1068" y="160"/>
                      <a:pt x="1064" y="160"/>
                      <a:pt x="1060" y="160"/>
                    </a:cubicBezTo>
                    <a:cubicBezTo>
                      <a:pt x="1025" y="160"/>
                      <a:pt x="958" y="180"/>
                      <a:pt x="892" y="180"/>
                    </a:cubicBezTo>
                    <a:cubicBezTo>
                      <a:pt x="877" y="180"/>
                      <a:pt x="863" y="179"/>
                      <a:pt x="849" y="177"/>
                    </a:cubicBezTo>
                    <a:cubicBezTo>
                      <a:pt x="769" y="161"/>
                      <a:pt x="726" y="68"/>
                      <a:pt x="697" y="18"/>
                    </a:cubicBezTo>
                    <a:cubicBezTo>
                      <a:pt x="690" y="11"/>
                      <a:pt x="683" y="4"/>
                      <a:pt x="668" y="4"/>
                    </a:cubicBezTo>
                    <a:cubicBezTo>
                      <a:pt x="663" y="2"/>
                      <a:pt x="659" y="1"/>
                      <a:pt x="6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7" name="Google Shape;8767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8" name="Google Shape;8768;p72"/>
              <p:cNvSpPr/>
              <p:nvPr/>
            </p:nvSpPr>
            <p:spPr>
              <a:xfrm>
                <a:off x="7083163" y="4700029"/>
                <a:ext cx="141113" cy="84619"/>
              </a:xfrm>
              <a:custGeom>
                <a:avLst/>
                <a:gdLst/>
                <a:ahLst/>
                <a:cxnLst/>
                <a:rect l="l" t="t" r="r" b="b"/>
                <a:pathLst>
                  <a:path w="577" h="346" extrusionOk="0">
                    <a:moveTo>
                      <a:pt x="180" y="1"/>
                    </a:moveTo>
                    <a:cubicBezTo>
                      <a:pt x="159" y="1"/>
                      <a:pt x="130" y="8"/>
                      <a:pt x="109" y="15"/>
                    </a:cubicBezTo>
                    <a:cubicBezTo>
                      <a:pt x="93" y="23"/>
                      <a:pt x="86" y="30"/>
                      <a:pt x="73" y="44"/>
                    </a:cubicBezTo>
                    <a:cubicBezTo>
                      <a:pt x="66" y="51"/>
                      <a:pt x="59" y="58"/>
                      <a:pt x="59" y="73"/>
                    </a:cubicBezTo>
                    <a:cubicBezTo>
                      <a:pt x="50" y="73"/>
                      <a:pt x="50" y="80"/>
                      <a:pt x="50" y="80"/>
                    </a:cubicBezTo>
                    <a:cubicBezTo>
                      <a:pt x="23" y="116"/>
                      <a:pt x="0" y="160"/>
                      <a:pt x="0" y="160"/>
                    </a:cubicBezTo>
                    <a:cubicBezTo>
                      <a:pt x="7" y="160"/>
                      <a:pt x="16" y="166"/>
                      <a:pt x="16" y="166"/>
                    </a:cubicBezTo>
                    <a:cubicBezTo>
                      <a:pt x="23" y="166"/>
                      <a:pt x="29" y="166"/>
                      <a:pt x="43" y="173"/>
                    </a:cubicBezTo>
                    <a:cubicBezTo>
                      <a:pt x="50" y="173"/>
                      <a:pt x="50" y="173"/>
                      <a:pt x="59" y="180"/>
                    </a:cubicBezTo>
                    <a:lnTo>
                      <a:pt x="73" y="180"/>
                    </a:lnTo>
                    <a:cubicBezTo>
                      <a:pt x="86" y="187"/>
                      <a:pt x="93" y="196"/>
                      <a:pt x="109" y="196"/>
                    </a:cubicBezTo>
                    <a:cubicBezTo>
                      <a:pt x="159" y="216"/>
                      <a:pt x="231" y="239"/>
                      <a:pt x="309" y="266"/>
                    </a:cubicBezTo>
                    <a:cubicBezTo>
                      <a:pt x="352" y="282"/>
                      <a:pt x="395" y="296"/>
                      <a:pt x="438" y="310"/>
                    </a:cubicBezTo>
                    <a:cubicBezTo>
                      <a:pt x="461" y="317"/>
                      <a:pt x="490" y="325"/>
                      <a:pt x="511" y="332"/>
                    </a:cubicBezTo>
                    <a:lnTo>
                      <a:pt x="533" y="332"/>
                    </a:lnTo>
                    <a:cubicBezTo>
                      <a:pt x="547" y="339"/>
                      <a:pt x="554" y="339"/>
                      <a:pt x="568" y="346"/>
                    </a:cubicBezTo>
                    <a:cubicBezTo>
                      <a:pt x="576" y="310"/>
                      <a:pt x="576" y="273"/>
                      <a:pt x="576" y="246"/>
                    </a:cubicBezTo>
                    <a:cubicBezTo>
                      <a:pt x="568" y="210"/>
                      <a:pt x="568" y="180"/>
                      <a:pt x="568" y="153"/>
                    </a:cubicBezTo>
                    <a:cubicBezTo>
                      <a:pt x="561" y="116"/>
                      <a:pt x="554" y="80"/>
                      <a:pt x="547" y="58"/>
                    </a:cubicBezTo>
                    <a:lnTo>
                      <a:pt x="540" y="58"/>
                    </a:lnTo>
                    <a:cubicBezTo>
                      <a:pt x="540" y="37"/>
                      <a:pt x="533" y="23"/>
                      <a:pt x="525" y="15"/>
                    </a:cubicBezTo>
                    <a:cubicBezTo>
                      <a:pt x="518" y="1"/>
                      <a:pt x="511" y="1"/>
                      <a:pt x="5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9" name="Google Shape;8769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0" name="Google Shape;8770;p72"/>
              <p:cNvSpPr/>
              <p:nvPr/>
            </p:nvSpPr>
            <p:spPr>
              <a:xfrm>
                <a:off x="7234546" y="4686089"/>
                <a:ext cx="19320" cy="47690"/>
              </a:xfrm>
              <a:custGeom>
                <a:avLst/>
                <a:gdLst/>
                <a:ahLst/>
                <a:cxnLst/>
                <a:rect l="l" t="t" r="r" b="b"/>
                <a:pathLst>
                  <a:path w="79" h="195" extrusionOk="0">
                    <a:moveTo>
                      <a:pt x="28" y="1"/>
                    </a:moveTo>
                    <a:cubicBezTo>
                      <a:pt x="14" y="8"/>
                      <a:pt x="0" y="22"/>
                      <a:pt x="0" y="37"/>
                    </a:cubicBezTo>
                    <a:lnTo>
                      <a:pt x="0" y="44"/>
                    </a:lnTo>
                    <a:lnTo>
                      <a:pt x="7" y="130"/>
                    </a:lnTo>
                    <a:lnTo>
                      <a:pt x="7" y="158"/>
                    </a:lnTo>
                    <a:cubicBezTo>
                      <a:pt x="7" y="167"/>
                      <a:pt x="7" y="173"/>
                      <a:pt x="14" y="173"/>
                    </a:cubicBezTo>
                    <a:cubicBezTo>
                      <a:pt x="14" y="180"/>
                      <a:pt x="21" y="187"/>
                      <a:pt x="35" y="194"/>
                    </a:cubicBezTo>
                    <a:lnTo>
                      <a:pt x="44" y="194"/>
                    </a:lnTo>
                    <a:cubicBezTo>
                      <a:pt x="57" y="194"/>
                      <a:pt x="71" y="180"/>
                      <a:pt x="71" y="173"/>
                    </a:cubicBezTo>
                    <a:cubicBezTo>
                      <a:pt x="78" y="167"/>
                      <a:pt x="78" y="158"/>
                      <a:pt x="78" y="158"/>
                    </a:cubicBezTo>
                    <a:lnTo>
                      <a:pt x="71" y="130"/>
                    </a:lnTo>
                    <a:lnTo>
                      <a:pt x="64" y="44"/>
                    </a:lnTo>
                    <a:lnTo>
                      <a:pt x="64" y="37"/>
                    </a:lnTo>
                    <a:cubicBezTo>
                      <a:pt x="64" y="15"/>
                      <a:pt x="50" y="1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1" name="Google Shape;8771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2" name="Google Shape;8772;p72"/>
              <p:cNvSpPr/>
              <p:nvPr/>
            </p:nvSpPr>
            <p:spPr>
              <a:xfrm>
                <a:off x="7267806" y="4686089"/>
                <a:ext cx="22989" cy="4597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8" extrusionOk="0">
                    <a:moveTo>
                      <a:pt x="28" y="1"/>
                    </a:moveTo>
                    <a:cubicBezTo>
                      <a:pt x="15" y="8"/>
                      <a:pt x="1" y="22"/>
                      <a:pt x="8" y="44"/>
                    </a:cubicBezTo>
                    <a:lnTo>
                      <a:pt x="15" y="94"/>
                    </a:lnTo>
                    <a:lnTo>
                      <a:pt x="21" y="123"/>
                    </a:lnTo>
                    <a:lnTo>
                      <a:pt x="28" y="158"/>
                    </a:lnTo>
                    <a:cubicBezTo>
                      <a:pt x="37" y="180"/>
                      <a:pt x="51" y="187"/>
                      <a:pt x="65" y="187"/>
                    </a:cubicBezTo>
                    <a:cubicBezTo>
                      <a:pt x="71" y="187"/>
                      <a:pt x="80" y="187"/>
                      <a:pt x="80" y="180"/>
                    </a:cubicBezTo>
                    <a:cubicBezTo>
                      <a:pt x="87" y="173"/>
                      <a:pt x="94" y="167"/>
                      <a:pt x="94" y="151"/>
                    </a:cubicBezTo>
                    <a:lnTo>
                      <a:pt x="94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71" y="15"/>
                      <a:pt x="58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3" name="Google Shape;8773;p72"/>
              <p:cNvSpPr/>
              <p:nvPr/>
            </p:nvSpPr>
            <p:spPr>
              <a:xfrm>
                <a:off x="7301311" y="4680709"/>
                <a:ext cx="26168" cy="4475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83" extrusionOk="0">
                    <a:moveTo>
                      <a:pt x="29" y="0"/>
                    </a:moveTo>
                    <a:cubicBezTo>
                      <a:pt x="7" y="7"/>
                      <a:pt x="0" y="23"/>
                      <a:pt x="7" y="44"/>
                    </a:cubicBezTo>
                    <a:lnTo>
                      <a:pt x="7" y="50"/>
                    </a:lnTo>
                    <a:lnTo>
                      <a:pt x="29" y="130"/>
                    </a:lnTo>
                    <a:lnTo>
                      <a:pt x="36" y="159"/>
                    </a:lnTo>
                    <a:lnTo>
                      <a:pt x="43" y="159"/>
                    </a:lnTo>
                    <a:cubicBezTo>
                      <a:pt x="43" y="170"/>
                      <a:pt x="56" y="182"/>
                      <a:pt x="70" y="182"/>
                    </a:cubicBezTo>
                    <a:cubicBezTo>
                      <a:pt x="73" y="182"/>
                      <a:pt x="76" y="182"/>
                      <a:pt x="79" y="180"/>
                    </a:cubicBezTo>
                    <a:cubicBezTo>
                      <a:pt x="93" y="173"/>
                      <a:pt x="107" y="159"/>
                      <a:pt x="107" y="145"/>
                    </a:cubicBezTo>
                    <a:lnTo>
                      <a:pt x="107" y="137"/>
                    </a:lnTo>
                    <a:lnTo>
                      <a:pt x="100" y="116"/>
                    </a:lnTo>
                    <a:lnTo>
                      <a:pt x="79" y="44"/>
                    </a:lnTo>
                    <a:lnTo>
                      <a:pt x="72" y="23"/>
                    </a:lnTo>
                    <a:cubicBezTo>
                      <a:pt x="64" y="7"/>
                      <a:pt x="50" y="0"/>
                      <a:pt x="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4" name="Google Shape;8774;p72"/>
              <p:cNvSpPr/>
              <p:nvPr/>
            </p:nvSpPr>
            <p:spPr>
              <a:xfrm>
                <a:off x="7334571" y="4673861"/>
                <a:ext cx="30081" cy="44755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83" extrusionOk="0">
                    <a:moveTo>
                      <a:pt x="37" y="1"/>
                    </a:moveTo>
                    <a:cubicBezTo>
                      <a:pt x="30" y="1"/>
                      <a:pt x="30" y="1"/>
                      <a:pt x="23" y="8"/>
                    </a:cubicBezTo>
                    <a:cubicBezTo>
                      <a:pt x="7" y="15"/>
                      <a:pt x="0" y="28"/>
                      <a:pt x="7" y="51"/>
                    </a:cubicBezTo>
                    <a:lnTo>
                      <a:pt x="7" y="58"/>
                    </a:lnTo>
                    <a:lnTo>
                      <a:pt x="37" y="130"/>
                    </a:lnTo>
                    <a:lnTo>
                      <a:pt x="50" y="151"/>
                    </a:lnTo>
                    <a:lnTo>
                      <a:pt x="50" y="158"/>
                    </a:lnTo>
                    <a:cubicBezTo>
                      <a:pt x="56" y="175"/>
                      <a:pt x="70" y="183"/>
                      <a:pt x="82" y="183"/>
                    </a:cubicBezTo>
                    <a:cubicBezTo>
                      <a:pt x="86" y="183"/>
                      <a:pt x="90" y="182"/>
                      <a:pt x="93" y="180"/>
                    </a:cubicBezTo>
                    <a:cubicBezTo>
                      <a:pt x="116" y="173"/>
                      <a:pt x="123" y="151"/>
                      <a:pt x="116" y="137"/>
                    </a:cubicBezTo>
                    <a:lnTo>
                      <a:pt x="116" y="130"/>
                    </a:lnTo>
                    <a:lnTo>
                      <a:pt x="100" y="101"/>
                    </a:lnTo>
                    <a:lnTo>
                      <a:pt x="73" y="28"/>
                    </a:lnTo>
                    <a:lnTo>
                      <a:pt x="66" y="22"/>
                    </a:lnTo>
                    <a:cubicBezTo>
                      <a:pt x="66" y="8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5" name="Google Shape;8775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6" name="Google Shape;8776;p72"/>
              <p:cNvSpPr/>
              <p:nvPr/>
            </p:nvSpPr>
            <p:spPr>
              <a:xfrm>
                <a:off x="7383972" y="3659180"/>
                <a:ext cx="529233" cy="997326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4078" extrusionOk="0">
                    <a:moveTo>
                      <a:pt x="1969" y="1"/>
                    </a:moveTo>
                    <a:cubicBezTo>
                      <a:pt x="1925" y="23"/>
                      <a:pt x="1875" y="53"/>
                      <a:pt x="1825" y="80"/>
                    </a:cubicBezTo>
                    <a:cubicBezTo>
                      <a:pt x="1682" y="160"/>
                      <a:pt x="1510" y="260"/>
                      <a:pt x="1308" y="389"/>
                    </a:cubicBezTo>
                    <a:cubicBezTo>
                      <a:pt x="1178" y="462"/>
                      <a:pt x="1042" y="548"/>
                      <a:pt x="890" y="648"/>
                    </a:cubicBezTo>
                    <a:cubicBezTo>
                      <a:pt x="726" y="750"/>
                      <a:pt x="683" y="900"/>
                      <a:pt x="632" y="1088"/>
                    </a:cubicBezTo>
                    <a:cubicBezTo>
                      <a:pt x="604" y="1181"/>
                      <a:pt x="452" y="1878"/>
                      <a:pt x="302" y="2554"/>
                    </a:cubicBezTo>
                    <a:cubicBezTo>
                      <a:pt x="150" y="3236"/>
                      <a:pt x="0" y="3905"/>
                      <a:pt x="0" y="3905"/>
                    </a:cubicBezTo>
                    <a:cubicBezTo>
                      <a:pt x="0" y="3905"/>
                      <a:pt x="14" y="3912"/>
                      <a:pt x="43" y="3919"/>
                    </a:cubicBezTo>
                    <a:cubicBezTo>
                      <a:pt x="123" y="3948"/>
                      <a:pt x="309" y="4020"/>
                      <a:pt x="488" y="4055"/>
                    </a:cubicBezTo>
                    <a:cubicBezTo>
                      <a:pt x="531" y="4064"/>
                      <a:pt x="575" y="4071"/>
                      <a:pt x="611" y="4077"/>
                    </a:cubicBezTo>
                    <a:lnTo>
                      <a:pt x="654" y="3796"/>
                    </a:lnTo>
                    <a:cubicBezTo>
                      <a:pt x="654" y="3796"/>
                      <a:pt x="1042" y="2847"/>
                      <a:pt x="1172" y="2561"/>
                    </a:cubicBezTo>
                    <a:cubicBezTo>
                      <a:pt x="1251" y="2382"/>
                      <a:pt x="1408" y="1921"/>
                      <a:pt x="1517" y="1612"/>
                    </a:cubicBezTo>
                    <a:cubicBezTo>
                      <a:pt x="1573" y="1440"/>
                      <a:pt x="1617" y="1310"/>
                      <a:pt x="1617" y="1310"/>
                    </a:cubicBezTo>
                    <a:cubicBezTo>
                      <a:pt x="1617" y="1310"/>
                      <a:pt x="1675" y="1310"/>
                      <a:pt x="1761" y="1303"/>
                    </a:cubicBezTo>
                    <a:cubicBezTo>
                      <a:pt x="1775" y="1310"/>
                      <a:pt x="1796" y="1310"/>
                      <a:pt x="1818" y="1310"/>
                    </a:cubicBezTo>
                    <a:lnTo>
                      <a:pt x="1868" y="1310"/>
                    </a:lnTo>
                    <a:lnTo>
                      <a:pt x="1868" y="1295"/>
                    </a:lnTo>
                    <a:lnTo>
                      <a:pt x="1898" y="1181"/>
                    </a:lnTo>
                    <a:lnTo>
                      <a:pt x="1962" y="886"/>
                    </a:lnTo>
                    <a:lnTo>
                      <a:pt x="2163" y="23"/>
                    </a:lnTo>
                    <a:cubicBezTo>
                      <a:pt x="2091" y="17"/>
                      <a:pt x="2027" y="10"/>
                      <a:pt x="19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7" name="Google Shape;8777;p72"/>
              <p:cNvSpPr/>
              <p:nvPr/>
            </p:nvSpPr>
            <p:spPr>
              <a:xfrm>
                <a:off x="7979720" y="3664805"/>
                <a:ext cx="188313" cy="300567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229" extrusionOk="0">
                    <a:moveTo>
                      <a:pt x="547" y="0"/>
                    </a:moveTo>
                    <a:cubicBezTo>
                      <a:pt x="468" y="7"/>
                      <a:pt x="381" y="14"/>
                      <a:pt x="281" y="14"/>
                    </a:cubicBezTo>
                    <a:lnTo>
                      <a:pt x="129" y="654"/>
                    </a:lnTo>
                    <a:lnTo>
                      <a:pt x="16" y="1158"/>
                    </a:lnTo>
                    <a:lnTo>
                      <a:pt x="0" y="1229"/>
                    </a:lnTo>
                    <a:cubicBezTo>
                      <a:pt x="72" y="1229"/>
                      <a:pt x="136" y="1222"/>
                      <a:pt x="195" y="1215"/>
                    </a:cubicBezTo>
                    <a:cubicBezTo>
                      <a:pt x="238" y="1208"/>
                      <a:pt x="281" y="1201"/>
                      <a:pt x="309" y="1194"/>
                    </a:cubicBezTo>
                    <a:cubicBezTo>
                      <a:pt x="367" y="1186"/>
                      <a:pt x="417" y="1172"/>
                      <a:pt x="461" y="1158"/>
                    </a:cubicBezTo>
                    <a:cubicBezTo>
                      <a:pt x="597" y="1108"/>
                      <a:pt x="697" y="1029"/>
                      <a:pt x="769" y="935"/>
                    </a:cubicBezTo>
                    <a:lnTo>
                      <a:pt x="55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8" name="Google Shape;8778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9" name="Google Shape;8779;p72"/>
              <p:cNvSpPr/>
              <p:nvPr/>
            </p:nvSpPr>
            <p:spPr>
              <a:xfrm>
                <a:off x="8048441" y="3619317"/>
                <a:ext cx="65054" cy="49157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01" extrusionOk="0">
                    <a:moveTo>
                      <a:pt x="43" y="0"/>
                    </a:moveTo>
                    <a:lnTo>
                      <a:pt x="36" y="35"/>
                    </a:lnTo>
                    <a:lnTo>
                      <a:pt x="0" y="200"/>
                    </a:lnTo>
                    <a:cubicBezTo>
                      <a:pt x="100" y="200"/>
                      <a:pt x="187" y="193"/>
                      <a:pt x="266" y="186"/>
                    </a:cubicBezTo>
                    <a:lnTo>
                      <a:pt x="266" y="157"/>
                    </a:lnTo>
                    <a:lnTo>
                      <a:pt x="237" y="35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0" name="Google Shape;8780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1" name="Google Shape;8781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2" name="Google Shape;8782;p72"/>
              <p:cNvSpPr/>
              <p:nvPr/>
            </p:nvSpPr>
            <p:spPr>
              <a:xfrm>
                <a:off x="7766953" y="3531030"/>
                <a:ext cx="156765" cy="134020"/>
              </a:xfrm>
              <a:custGeom>
                <a:avLst/>
                <a:gdLst/>
                <a:ahLst/>
                <a:cxnLst/>
                <a:rect l="l" t="t" r="r" b="b"/>
                <a:pathLst>
                  <a:path w="641" h="548" extrusionOk="0">
                    <a:moveTo>
                      <a:pt x="14" y="1"/>
                    </a:moveTo>
                    <a:cubicBezTo>
                      <a:pt x="7" y="202"/>
                      <a:pt x="1" y="332"/>
                      <a:pt x="1" y="332"/>
                    </a:cubicBezTo>
                    <a:cubicBezTo>
                      <a:pt x="14" y="346"/>
                      <a:pt x="73" y="432"/>
                      <a:pt x="282" y="497"/>
                    </a:cubicBezTo>
                    <a:cubicBezTo>
                      <a:pt x="316" y="504"/>
                      <a:pt x="352" y="511"/>
                      <a:pt x="403" y="525"/>
                    </a:cubicBezTo>
                    <a:cubicBezTo>
                      <a:pt x="461" y="534"/>
                      <a:pt x="525" y="541"/>
                      <a:pt x="597" y="547"/>
                    </a:cubicBezTo>
                    <a:lnTo>
                      <a:pt x="634" y="396"/>
                    </a:lnTo>
                    <a:lnTo>
                      <a:pt x="641" y="361"/>
                    </a:lnTo>
                    <a:lnTo>
                      <a:pt x="425" y="361"/>
                    </a:lnTo>
                    <a:cubicBezTo>
                      <a:pt x="382" y="361"/>
                      <a:pt x="346" y="339"/>
                      <a:pt x="316" y="309"/>
                    </a:cubicBezTo>
                    <a:cubicBezTo>
                      <a:pt x="309" y="296"/>
                      <a:pt x="309" y="289"/>
                      <a:pt x="302" y="275"/>
                    </a:cubicBezTo>
                    <a:cubicBezTo>
                      <a:pt x="296" y="259"/>
                      <a:pt x="296" y="246"/>
                      <a:pt x="296" y="232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3" name="Google Shape;8783;p72"/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4" name="Google Shape;8784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5" name="Google Shape;8785;p72"/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6" name="Google Shape;8786;p72"/>
              <p:cNvSpPr/>
              <p:nvPr/>
            </p:nvSpPr>
            <p:spPr>
              <a:xfrm>
                <a:off x="7891923" y="2551811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7" name="Google Shape;8787;p72"/>
              <p:cNvSpPr/>
              <p:nvPr/>
            </p:nvSpPr>
            <p:spPr>
              <a:xfrm>
                <a:off x="7896814" y="2592408"/>
                <a:ext cx="7581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31" h="30" extrusionOk="0">
                    <a:moveTo>
                      <a:pt x="30" y="0"/>
                    </a:moveTo>
                    <a:cubicBezTo>
                      <a:pt x="16" y="0"/>
                      <a:pt x="10" y="7"/>
                      <a:pt x="1" y="23"/>
                    </a:cubicBezTo>
                    <a:cubicBezTo>
                      <a:pt x="10" y="30"/>
                      <a:pt x="23" y="30"/>
                      <a:pt x="30" y="3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8" name="Google Shape;8788;p72"/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9" name="Google Shape;8789;p72"/>
              <p:cNvSpPr/>
              <p:nvPr/>
            </p:nvSpPr>
            <p:spPr>
              <a:xfrm>
                <a:off x="7995617" y="2690966"/>
                <a:ext cx="179509" cy="232334"/>
              </a:xfrm>
              <a:custGeom>
                <a:avLst/>
                <a:gdLst/>
                <a:ahLst/>
                <a:cxnLst/>
                <a:rect l="l" t="t" r="r" b="b"/>
                <a:pathLst>
                  <a:path w="734" h="950" extrusionOk="0">
                    <a:moveTo>
                      <a:pt x="727" y="1"/>
                    </a:moveTo>
                    <a:cubicBezTo>
                      <a:pt x="727" y="8"/>
                      <a:pt x="718" y="15"/>
                      <a:pt x="718" y="15"/>
                    </a:cubicBezTo>
                    <a:cubicBezTo>
                      <a:pt x="575" y="267"/>
                      <a:pt x="280" y="403"/>
                      <a:pt x="57" y="439"/>
                    </a:cubicBezTo>
                    <a:cubicBezTo>
                      <a:pt x="51" y="453"/>
                      <a:pt x="51" y="467"/>
                      <a:pt x="44" y="475"/>
                    </a:cubicBezTo>
                    <a:cubicBezTo>
                      <a:pt x="44" y="489"/>
                      <a:pt x="37" y="496"/>
                      <a:pt x="28" y="510"/>
                    </a:cubicBezTo>
                    <a:lnTo>
                      <a:pt x="21" y="668"/>
                    </a:lnTo>
                    <a:lnTo>
                      <a:pt x="7" y="820"/>
                    </a:lnTo>
                    <a:lnTo>
                      <a:pt x="1" y="950"/>
                    </a:lnTo>
                    <a:lnTo>
                      <a:pt x="366" y="682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25" y="420"/>
                      <a:pt x="726" y="422"/>
                      <a:pt x="727" y="424"/>
                    </a:cubicBezTo>
                    <a:lnTo>
                      <a:pt x="727" y="417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18" y="408"/>
                      <a:pt x="718" y="402"/>
                      <a:pt x="718" y="396"/>
                    </a:cubicBezTo>
                    <a:lnTo>
                      <a:pt x="718" y="294"/>
                    </a:lnTo>
                    <a:lnTo>
                      <a:pt x="718" y="267"/>
                    </a:lnTo>
                    <a:lnTo>
                      <a:pt x="718" y="230"/>
                    </a:lnTo>
                    <a:lnTo>
                      <a:pt x="718" y="201"/>
                    </a:lnTo>
                    <a:cubicBezTo>
                      <a:pt x="718" y="151"/>
                      <a:pt x="727" y="108"/>
                      <a:pt x="727" y="65"/>
                    </a:cubicBezTo>
                    <a:lnTo>
                      <a:pt x="727" y="44"/>
                    </a:lnTo>
                    <a:cubicBezTo>
                      <a:pt x="734" y="44"/>
                      <a:pt x="734" y="35"/>
                      <a:pt x="734" y="35"/>
                    </a:cubicBezTo>
                    <a:lnTo>
                      <a:pt x="734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0" name="Google Shape;8790;p72"/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7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1" name="Google Shape;8791;p72"/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44" extrusionOk="0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2" name="Google Shape;8792;p72"/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avLst/>
                <a:gdLst/>
                <a:ahLst/>
                <a:cxnLst/>
                <a:rect l="l" t="t" r="r" b="b"/>
                <a:pathLst>
                  <a:path w="51" h="94" extrusionOk="0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3" name="Google Shape;8793;p72"/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63" extrusionOk="0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4" name="Google Shape;8794;p72"/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9" extrusionOk="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5" name="Google Shape;8795;p72"/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9" extrusionOk="0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6" name="Google Shape;8796;p72"/>
              <p:cNvSpPr/>
              <p:nvPr/>
            </p:nvSpPr>
            <p:spPr>
              <a:xfrm>
                <a:off x="7891923" y="2551811"/>
                <a:ext cx="152852" cy="180732"/>
              </a:xfrm>
              <a:custGeom>
                <a:avLst/>
                <a:gdLst/>
                <a:ahLst/>
                <a:cxnLst/>
                <a:rect l="l" t="t" r="r" b="b"/>
                <a:pathLst>
                  <a:path w="625" h="739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  <a:moveTo>
                      <a:pt x="554" y="109"/>
                    </a:moveTo>
                    <a:cubicBezTo>
                      <a:pt x="525" y="116"/>
                      <a:pt x="495" y="152"/>
                      <a:pt x="504" y="196"/>
                    </a:cubicBezTo>
                    <a:cubicBezTo>
                      <a:pt x="504" y="239"/>
                      <a:pt x="538" y="268"/>
                      <a:pt x="568" y="268"/>
                    </a:cubicBezTo>
                    <a:cubicBezTo>
                      <a:pt x="604" y="268"/>
                      <a:pt x="625" y="225"/>
                      <a:pt x="625" y="182"/>
                    </a:cubicBezTo>
                    <a:cubicBezTo>
                      <a:pt x="618" y="139"/>
                      <a:pt x="590" y="109"/>
                      <a:pt x="554" y="109"/>
                    </a:cubicBezTo>
                    <a:close/>
                    <a:moveTo>
                      <a:pt x="57" y="159"/>
                    </a:moveTo>
                    <a:cubicBezTo>
                      <a:pt x="57" y="159"/>
                      <a:pt x="50" y="159"/>
                      <a:pt x="50" y="166"/>
                    </a:cubicBezTo>
                    <a:cubicBezTo>
                      <a:pt x="36" y="166"/>
                      <a:pt x="30" y="173"/>
                      <a:pt x="21" y="189"/>
                    </a:cubicBezTo>
                    <a:cubicBezTo>
                      <a:pt x="14" y="202"/>
                      <a:pt x="14" y="216"/>
                      <a:pt x="14" y="239"/>
                    </a:cubicBezTo>
                    <a:cubicBezTo>
                      <a:pt x="14" y="275"/>
                      <a:pt x="43" y="302"/>
                      <a:pt x="64" y="302"/>
                    </a:cubicBezTo>
                    <a:cubicBezTo>
                      <a:pt x="93" y="296"/>
                      <a:pt x="116" y="268"/>
                      <a:pt x="116" y="225"/>
                    </a:cubicBezTo>
                    <a:cubicBezTo>
                      <a:pt x="107" y="189"/>
                      <a:pt x="86" y="159"/>
                      <a:pt x="57" y="159"/>
                    </a:cubicBezTo>
                    <a:close/>
                    <a:moveTo>
                      <a:pt x="209" y="447"/>
                    </a:moveTo>
                    <a:lnTo>
                      <a:pt x="209" y="447"/>
                    </a:lnTo>
                    <a:cubicBezTo>
                      <a:pt x="187" y="518"/>
                      <a:pt x="237" y="541"/>
                      <a:pt x="237" y="541"/>
                    </a:cubicBezTo>
                    <a:lnTo>
                      <a:pt x="209" y="447"/>
                    </a:lnTo>
                    <a:close/>
                    <a:moveTo>
                      <a:pt x="488" y="677"/>
                    </a:moveTo>
                    <a:lnTo>
                      <a:pt x="237" y="734"/>
                    </a:lnTo>
                    <a:cubicBezTo>
                      <a:pt x="237" y="734"/>
                      <a:pt x="258" y="739"/>
                      <a:pt x="291" y="739"/>
                    </a:cubicBezTo>
                    <a:cubicBezTo>
                      <a:pt x="340" y="739"/>
                      <a:pt x="415" y="728"/>
                      <a:pt x="488" y="677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7" name="Google Shape;8797;p72"/>
              <p:cNvSpPr/>
              <p:nvPr/>
            </p:nvSpPr>
            <p:spPr>
              <a:xfrm>
                <a:off x="7840810" y="2324369"/>
                <a:ext cx="444859" cy="438745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794" extrusionOk="0">
                    <a:moveTo>
                      <a:pt x="935" y="1"/>
                    </a:moveTo>
                    <a:cubicBezTo>
                      <a:pt x="603" y="1"/>
                      <a:pt x="281" y="158"/>
                      <a:pt x="109" y="449"/>
                    </a:cubicBezTo>
                    <a:cubicBezTo>
                      <a:pt x="109" y="449"/>
                      <a:pt x="23" y="644"/>
                      <a:pt x="7" y="837"/>
                    </a:cubicBezTo>
                    <a:cubicBezTo>
                      <a:pt x="0" y="989"/>
                      <a:pt x="73" y="1082"/>
                      <a:pt x="173" y="1112"/>
                    </a:cubicBezTo>
                    <a:cubicBezTo>
                      <a:pt x="173" y="1082"/>
                      <a:pt x="173" y="1039"/>
                      <a:pt x="166" y="996"/>
                    </a:cubicBezTo>
                    <a:cubicBezTo>
                      <a:pt x="152" y="853"/>
                      <a:pt x="159" y="708"/>
                      <a:pt x="202" y="579"/>
                    </a:cubicBezTo>
                    <a:cubicBezTo>
                      <a:pt x="209" y="608"/>
                      <a:pt x="223" y="658"/>
                      <a:pt x="259" y="724"/>
                    </a:cubicBezTo>
                    <a:cubicBezTo>
                      <a:pt x="309" y="824"/>
                      <a:pt x="396" y="939"/>
                      <a:pt x="540" y="1010"/>
                    </a:cubicBezTo>
                    <a:cubicBezTo>
                      <a:pt x="525" y="924"/>
                      <a:pt x="504" y="837"/>
                      <a:pt x="489" y="767"/>
                    </a:cubicBezTo>
                    <a:lnTo>
                      <a:pt x="489" y="767"/>
                    </a:lnTo>
                    <a:cubicBezTo>
                      <a:pt x="575" y="817"/>
                      <a:pt x="684" y="867"/>
                      <a:pt x="813" y="903"/>
                    </a:cubicBezTo>
                    <a:cubicBezTo>
                      <a:pt x="834" y="910"/>
                      <a:pt x="849" y="910"/>
                      <a:pt x="870" y="910"/>
                    </a:cubicBezTo>
                    <a:lnTo>
                      <a:pt x="842" y="917"/>
                    </a:lnTo>
                    <a:cubicBezTo>
                      <a:pt x="956" y="946"/>
                      <a:pt x="1086" y="974"/>
                      <a:pt x="1230" y="989"/>
                    </a:cubicBezTo>
                    <a:lnTo>
                      <a:pt x="1331" y="1248"/>
                    </a:lnTo>
                    <a:cubicBezTo>
                      <a:pt x="1331" y="1248"/>
                      <a:pt x="1367" y="1219"/>
                      <a:pt x="1403" y="1162"/>
                    </a:cubicBezTo>
                    <a:cubicBezTo>
                      <a:pt x="1403" y="1155"/>
                      <a:pt x="1417" y="1126"/>
                      <a:pt x="1446" y="1096"/>
                    </a:cubicBezTo>
                    <a:lnTo>
                      <a:pt x="1446" y="1089"/>
                    </a:lnTo>
                    <a:cubicBezTo>
                      <a:pt x="1446" y="1089"/>
                      <a:pt x="1453" y="1082"/>
                      <a:pt x="1460" y="1075"/>
                    </a:cubicBezTo>
                    <a:cubicBezTo>
                      <a:pt x="1460" y="1069"/>
                      <a:pt x="1467" y="1060"/>
                      <a:pt x="1474" y="1060"/>
                    </a:cubicBezTo>
                    <a:cubicBezTo>
                      <a:pt x="1474" y="1060"/>
                      <a:pt x="1474" y="1053"/>
                      <a:pt x="1481" y="1053"/>
                    </a:cubicBezTo>
                    <a:lnTo>
                      <a:pt x="1496" y="1039"/>
                    </a:lnTo>
                    <a:cubicBezTo>
                      <a:pt x="1496" y="1039"/>
                      <a:pt x="1503" y="1032"/>
                      <a:pt x="1517" y="1025"/>
                    </a:cubicBezTo>
                    <a:cubicBezTo>
                      <a:pt x="1524" y="1017"/>
                      <a:pt x="1532" y="1010"/>
                      <a:pt x="1546" y="1010"/>
                    </a:cubicBezTo>
                    <a:cubicBezTo>
                      <a:pt x="1553" y="1003"/>
                      <a:pt x="1560" y="1003"/>
                      <a:pt x="1567" y="996"/>
                    </a:cubicBezTo>
                    <a:lnTo>
                      <a:pt x="1596" y="996"/>
                    </a:lnTo>
                    <a:cubicBezTo>
                      <a:pt x="1603" y="996"/>
                      <a:pt x="1610" y="989"/>
                      <a:pt x="1619" y="989"/>
                    </a:cubicBezTo>
                    <a:cubicBezTo>
                      <a:pt x="1669" y="989"/>
                      <a:pt x="1689" y="1017"/>
                      <a:pt x="1705" y="1053"/>
                    </a:cubicBezTo>
                    <a:cubicBezTo>
                      <a:pt x="1732" y="1126"/>
                      <a:pt x="1705" y="1255"/>
                      <a:pt x="1646" y="1334"/>
                    </a:cubicBezTo>
                    <a:cubicBezTo>
                      <a:pt x="1639" y="1341"/>
                      <a:pt x="1639" y="1348"/>
                      <a:pt x="1632" y="1355"/>
                    </a:cubicBezTo>
                    <a:cubicBezTo>
                      <a:pt x="1553" y="1457"/>
                      <a:pt x="1437" y="1500"/>
                      <a:pt x="1374" y="1500"/>
                    </a:cubicBezTo>
                    <a:lnTo>
                      <a:pt x="1367" y="1500"/>
                    </a:lnTo>
                    <a:lnTo>
                      <a:pt x="1367" y="1534"/>
                    </a:lnTo>
                    <a:cubicBezTo>
                      <a:pt x="1367" y="1534"/>
                      <a:pt x="1367" y="1543"/>
                      <a:pt x="1360" y="1543"/>
                    </a:cubicBezTo>
                    <a:lnTo>
                      <a:pt x="1360" y="1564"/>
                    </a:lnTo>
                    <a:cubicBezTo>
                      <a:pt x="1360" y="1607"/>
                      <a:pt x="1351" y="1650"/>
                      <a:pt x="1351" y="1700"/>
                    </a:cubicBezTo>
                    <a:lnTo>
                      <a:pt x="1351" y="1729"/>
                    </a:lnTo>
                    <a:lnTo>
                      <a:pt x="1351" y="1766"/>
                    </a:lnTo>
                    <a:lnTo>
                      <a:pt x="1351" y="1793"/>
                    </a:lnTo>
                    <a:cubicBezTo>
                      <a:pt x="1351" y="1793"/>
                      <a:pt x="1532" y="1593"/>
                      <a:pt x="1619" y="1471"/>
                    </a:cubicBezTo>
                    <a:cubicBezTo>
                      <a:pt x="1712" y="1348"/>
                      <a:pt x="1819" y="1089"/>
                      <a:pt x="1819" y="837"/>
                    </a:cubicBezTo>
                    <a:cubicBezTo>
                      <a:pt x="1819" y="586"/>
                      <a:pt x="1696" y="197"/>
                      <a:pt x="1265" y="54"/>
                    </a:cubicBezTo>
                    <a:cubicBezTo>
                      <a:pt x="1157" y="18"/>
                      <a:pt x="1045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8" name="Google Shape;8798;p72"/>
              <p:cNvSpPr/>
              <p:nvPr/>
            </p:nvSpPr>
            <p:spPr>
              <a:xfrm>
                <a:off x="7877983" y="2465725"/>
                <a:ext cx="386653" cy="336029"/>
              </a:xfrm>
              <a:custGeom>
                <a:avLst/>
                <a:gdLst/>
                <a:ahLst/>
                <a:cxnLst/>
                <a:rect l="l" t="t" r="r" b="b"/>
                <a:pathLst>
                  <a:path w="1581" h="1374" extrusionOk="0">
                    <a:moveTo>
                      <a:pt x="50" y="1"/>
                    </a:moveTo>
                    <a:cubicBezTo>
                      <a:pt x="7" y="130"/>
                      <a:pt x="0" y="275"/>
                      <a:pt x="14" y="418"/>
                    </a:cubicBezTo>
                    <a:cubicBezTo>
                      <a:pt x="21" y="461"/>
                      <a:pt x="21" y="504"/>
                      <a:pt x="21" y="534"/>
                    </a:cubicBezTo>
                    <a:cubicBezTo>
                      <a:pt x="35" y="706"/>
                      <a:pt x="43" y="734"/>
                      <a:pt x="35" y="856"/>
                    </a:cubicBezTo>
                    <a:cubicBezTo>
                      <a:pt x="35" y="999"/>
                      <a:pt x="200" y="1360"/>
                      <a:pt x="380" y="1374"/>
                    </a:cubicBezTo>
                    <a:cubicBezTo>
                      <a:pt x="423" y="1374"/>
                      <a:pt x="482" y="1374"/>
                      <a:pt x="538" y="1360"/>
                    </a:cubicBezTo>
                    <a:cubicBezTo>
                      <a:pt x="761" y="1324"/>
                      <a:pt x="1056" y="1188"/>
                      <a:pt x="1199" y="936"/>
                    </a:cubicBezTo>
                    <a:cubicBezTo>
                      <a:pt x="1199" y="936"/>
                      <a:pt x="1208" y="929"/>
                      <a:pt x="1208" y="922"/>
                    </a:cubicBezTo>
                    <a:lnTo>
                      <a:pt x="1222" y="922"/>
                    </a:lnTo>
                    <a:cubicBezTo>
                      <a:pt x="1285" y="922"/>
                      <a:pt x="1401" y="879"/>
                      <a:pt x="1480" y="777"/>
                    </a:cubicBezTo>
                    <a:cubicBezTo>
                      <a:pt x="1487" y="770"/>
                      <a:pt x="1487" y="763"/>
                      <a:pt x="1494" y="756"/>
                    </a:cubicBezTo>
                    <a:cubicBezTo>
                      <a:pt x="1553" y="677"/>
                      <a:pt x="1580" y="548"/>
                      <a:pt x="1553" y="475"/>
                    </a:cubicBezTo>
                    <a:cubicBezTo>
                      <a:pt x="1537" y="439"/>
                      <a:pt x="1517" y="411"/>
                      <a:pt x="1467" y="411"/>
                    </a:cubicBezTo>
                    <a:cubicBezTo>
                      <a:pt x="1458" y="411"/>
                      <a:pt x="1451" y="418"/>
                      <a:pt x="1444" y="418"/>
                    </a:cubicBezTo>
                    <a:lnTo>
                      <a:pt x="1415" y="418"/>
                    </a:lnTo>
                    <a:cubicBezTo>
                      <a:pt x="1408" y="425"/>
                      <a:pt x="1401" y="425"/>
                      <a:pt x="1394" y="432"/>
                    </a:cubicBezTo>
                    <a:cubicBezTo>
                      <a:pt x="1380" y="432"/>
                      <a:pt x="1372" y="439"/>
                      <a:pt x="1365" y="447"/>
                    </a:cubicBezTo>
                    <a:cubicBezTo>
                      <a:pt x="1351" y="454"/>
                      <a:pt x="1344" y="461"/>
                      <a:pt x="1344" y="461"/>
                    </a:cubicBezTo>
                    <a:lnTo>
                      <a:pt x="1329" y="475"/>
                    </a:lnTo>
                    <a:cubicBezTo>
                      <a:pt x="1322" y="475"/>
                      <a:pt x="1322" y="482"/>
                      <a:pt x="1322" y="482"/>
                    </a:cubicBezTo>
                    <a:cubicBezTo>
                      <a:pt x="1315" y="482"/>
                      <a:pt x="1308" y="491"/>
                      <a:pt x="1308" y="497"/>
                    </a:cubicBezTo>
                    <a:cubicBezTo>
                      <a:pt x="1301" y="504"/>
                      <a:pt x="1294" y="511"/>
                      <a:pt x="1294" y="511"/>
                    </a:cubicBezTo>
                    <a:lnTo>
                      <a:pt x="1294" y="518"/>
                    </a:lnTo>
                    <a:cubicBezTo>
                      <a:pt x="1265" y="548"/>
                      <a:pt x="1251" y="577"/>
                      <a:pt x="1251" y="584"/>
                    </a:cubicBezTo>
                    <a:cubicBezTo>
                      <a:pt x="1215" y="641"/>
                      <a:pt x="1179" y="670"/>
                      <a:pt x="1179" y="670"/>
                    </a:cubicBezTo>
                    <a:lnTo>
                      <a:pt x="1078" y="411"/>
                    </a:lnTo>
                    <a:cubicBezTo>
                      <a:pt x="934" y="396"/>
                      <a:pt x="804" y="368"/>
                      <a:pt x="690" y="339"/>
                    </a:cubicBezTo>
                    <a:lnTo>
                      <a:pt x="502" y="353"/>
                    </a:lnTo>
                    <a:cubicBezTo>
                      <a:pt x="502" y="353"/>
                      <a:pt x="552" y="325"/>
                      <a:pt x="661" y="325"/>
                    </a:cubicBezTo>
                    <a:cubicBezTo>
                      <a:pt x="532" y="289"/>
                      <a:pt x="423" y="239"/>
                      <a:pt x="337" y="189"/>
                    </a:cubicBezTo>
                    <a:lnTo>
                      <a:pt x="337" y="189"/>
                    </a:lnTo>
                    <a:cubicBezTo>
                      <a:pt x="352" y="259"/>
                      <a:pt x="373" y="346"/>
                      <a:pt x="388" y="432"/>
                    </a:cubicBezTo>
                    <a:cubicBezTo>
                      <a:pt x="244" y="361"/>
                      <a:pt x="157" y="246"/>
                      <a:pt x="107" y="146"/>
                    </a:cubicBezTo>
                    <a:cubicBezTo>
                      <a:pt x="71" y="80"/>
                      <a:pt x="57" y="30"/>
                      <a:pt x="50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9" name="Google Shape;8799;p72"/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0" name="Google Shape;8800;p72"/>
              <p:cNvSpPr/>
              <p:nvPr/>
            </p:nvSpPr>
            <p:spPr>
              <a:xfrm>
                <a:off x="8197623" y="2580180"/>
                <a:ext cx="5380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22" y="0"/>
                    </a:moveTo>
                    <a:lnTo>
                      <a:pt x="11" y="15"/>
                    </a:lnTo>
                    <a:lnTo>
                      <a:pt x="11" y="15"/>
                    </a:lnTo>
                    <a:cubicBezTo>
                      <a:pt x="12" y="14"/>
                      <a:pt x="14" y="14"/>
                      <a:pt x="15" y="14"/>
                    </a:cubicBezTo>
                    <a:cubicBezTo>
                      <a:pt x="15" y="14"/>
                      <a:pt x="15" y="7"/>
                      <a:pt x="22" y="7"/>
                    </a:cubicBezTo>
                    <a:lnTo>
                      <a:pt x="22" y="0"/>
                    </a:lnTo>
                    <a:close/>
                    <a:moveTo>
                      <a:pt x="11" y="15"/>
                    </a:moveTo>
                    <a:cubicBezTo>
                      <a:pt x="6" y="17"/>
                      <a:pt x="1" y="24"/>
                      <a:pt x="1" y="29"/>
                    </a:cubicBezTo>
                    <a:lnTo>
                      <a:pt x="11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1" name="Google Shape;8801;p72"/>
              <p:cNvSpPr/>
              <p:nvPr/>
            </p:nvSpPr>
            <p:spPr>
              <a:xfrm>
                <a:off x="7888499" y="2460590"/>
                <a:ext cx="3668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15" h="8" extrusionOk="0">
                    <a:moveTo>
                      <a:pt x="0" y="1"/>
                    </a:moveTo>
                    <a:cubicBezTo>
                      <a:pt x="7" y="1"/>
                      <a:pt x="7" y="1"/>
                      <a:pt x="7" y="8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2" name="Google Shape;8802;p72"/>
              <p:cNvSpPr/>
              <p:nvPr/>
            </p:nvSpPr>
            <p:spPr>
              <a:xfrm>
                <a:off x="8039393" y="2544963"/>
                <a:ext cx="14185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58" h="15" extrusionOk="0">
                    <a:moveTo>
                      <a:pt x="1" y="1"/>
                    </a:moveTo>
                    <a:cubicBezTo>
                      <a:pt x="15" y="8"/>
                      <a:pt x="22" y="8"/>
                      <a:pt x="30" y="15"/>
                    </a:cubicBezTo>
                    <a:lnTo>
                      <a:pt x="58" y="8"/>
                    </a:lnTo>
                    <a:cubicBezTo>
                      <a:pt x="37" y="8"/>
                      <a:pt x="22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3" name="Google Shape;8803;p72"/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4" name="Google Shape;8804;p72"/>
              <p:cNvSpPr/>
              <p:nvPr/>
            </p:nvSpPr>
            <p:spPr>
              <a:xfrm>
                <a:off x="8190531" y="2587272"/>
                <a:ext cx="7337" cy="1076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4" extrusionOk="0">
                    <a:moveTo>
                      <a:pt x="30" y="0"/>
                    </a:moveTo>
                    <a:lnTo>
                      <a:pt x="30" y="0"/>
                    </a:lnTo>
                    <a:cubicBezTo>
                      <a:pt x="23" y="7"/>
                      <a:pt x="16" y="14"/>
                      <a:pt x="16" y="14"/>
                    </a:cubicBezTo>
                    <a:lnTo>
                      <a:pt x="16" y="21"/>
                    </a:lnTo>
                    <a:lnTo>
                      <a:pt x="30" y="0"/>
                    </a:lnTo>
                    <a:close/>
                    <a:moveTo>
                      <a:pt x="16" y="21"/>
                    </a:moveTo>
                    <a:lnTo>
                      <a:pt x="15" y="22"/>
                    </a:lnTo>
                    <a:lnTo>
                      <a:pt x="15" y="22"/>
                    </a:lnTo>
                    <a:cubicBezTo>
                      <a:pt x="16" y="22"/>
                      <a:pt x="16" y="21"/>
                      <a:pt x="16" y="21"/>
                    </a:cubicBezTo>
                    <a:lnTo>
                      <a:pt x="16" y="21"/>
                    </a:lnTo>
                    <a:close/>
                    <a:moveTo>
                      <a:pt x="15" y="22"/>
                    </a:moveTo>
                    <a:lnTo>
                      <a:pt x="15" y="22"/>
                    </a:lnTo>
                    <a:cubicBezTo>
                      <a:pt x="7" y="28"/>
                      <a:pt x="1" y="37"/>
                      <a:pt x="1" y="44"/>
                    </a:cubicBezTo>
                    <a:lnTo>
                      <a:pt x="15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5" name="Google Shape;8805;p72"/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6" name="Google Shape;8806;p72"/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9" extrusionOk="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7" name="Google Shape;8807;p72"/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44" extrusionOk="0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8" name="Google Shape;8808;p72"/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avLst/>
                <a:gdLst/>
                <a:ahLst/>
                <a:cxnLst/>
                <a:rect l="l" t="t" r="r" b="b"/>
                <a:pathLst>
                  <a:path w="51" h="94" extrusionOk="0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9" name="Google Shape;8809;p72"/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63" extrusionOk="0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0" name="Google Shape;8810;p72"/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9" extrusionOk="0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1" name="Google Shape;8811;p72"/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7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2" name="Google Shape;8812;p72"/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3" name="Google Shape;8813;p72"/>
              <p:cNvSpPr/>
              <p:nvPr/>
            </p:nvSpPr>
            <p:spPr>
              <a:xfrm>
                <a:off x="7995617" y="2792703"/>
                <a:ext cx="211302" cy="218394"/>
              </a:xfrm>
              <a:custGeom>
                <a:avLst/>
                <a:gdLst/>
                <a:ahLst/>
                <a:cxnLst/>
                <a:rect l="l" t="t" r="r" b="b"/>
                <a:pathLst>
                  <a:path w="864" h="893" extrusionOk="0">
                    <a:moveTo>
                      <a:pt x="727" y="1"/>
                    </a:moveTo>
                    <a:lnTo>
                      <a:pt x="366" y="266"/>
                    </a:lnTo>
                    <a:lnTo>
                      <a:pt x="1" y="534"/>
                    </a:lnTo>
                    <a:lnTo>
                      <a:pt x="187" y="691"/>
                    </a:lnTo>
                    <a:lnTo>
                      <a:pt x="425" y="892"/>
                    </a:lnTo>
                    <a:lnTo>
                      <a:pt x="568" y="691"/>
                    </a:lnTo>
                    <a:lnTo>
                      <a:pt x="863" y="275"/>
                    </a:lnTo>
                    <a:lnTo>
                      <a:pt x="727" y="8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4" name="Google Shape;8814;p72"/>
              <p:cNvSpPr/>
              <p:nvPr/>
            </p:nvSpPr>
            <p:spPr>
              <a:xfrm>
                <a:off x="7912955" y="2815447"/>
                <a:ext cx="89754" cy="14282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584" extrusionOk="0">
                    <a:moveTo>
                      <a:pt x="366" y="1"/>
                    </a:moveTo>
                    <a:lnTo>
                      <a:pt x="194" y="146"/>
                    </a:lnTo>
                    <a:lnTo>
                      <a:pt x="173" y="196"/>
                    </a:lnTo>
                    <a:lnTo>
                      <a:pt x="0" y="570"/>
                    </a:lnTo>
                    <a:cubicBezTo>
                      <a:pt x="0" y="577"/>
                      <a:pt x="7" y="577"/>
                      <a:pt x="14" y="584"/>
                    </a:cubicBezTo>
                    <a:lnTo>
                      <a:pt x="339" y="441"/>
                    </a:lnTo>
                    <a:lnTo>
                      <a:pt x="345" y="311"/>
                    </a:lnTo>
                    <a:lnTo>
                      <a:pt x="359" y="159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5" name="Google Shape;8815;p72"/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6" name="Google Shape;8816;p72"/>
              <p:cNvSpPr/>
              <p:nvPr/>
            </p:nvSpPr>
            <p:spPr>
              <a:xfrm>
                <a:off x="7832006" y="3355436"/>
                <a:ext cx="188313" cy="10198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17" extrusionOk="0">
                    <a:moveTo>
                      <a:pt x="713" y="1"/>
                    </a:moveTo>
                    <a:lnTo>
                      <a:pt x="266" y="79"/>
                    </a:lnTo>
                    <a:lnTo>
                      <a:pt x="259" y="79"/>
                    </a:lnTo>
                    <a:lnTo>
                      <a:pt x="0" y="130"/>
                    </a:lnTo>
                    <a:lnTo>
                      <a:pt x="0" y="317"/>
                    </a:lnTo>
                    <a:lnTo>
                      <a:pt x="36" y="317"/>
                    </a:lnTo>
                    <a:lnTo>
                      <a:pt x="202" y="330"/>
                    </a:lnTo>
                    <a:lnTo>
                      <a:pt x="216" y="330"/>
                    </a:lnTo>
                    <a:lnTo>
                      <a:pt x="447" y="353"/>
                    </a:lnTo>
                    <a:lnTo>
                      <a:pt x="547" y="417"/>
                    </a:lnTo>
                    <a:lnTo>
                      <a:pt x="770" y="417"/>
                    </a:lnTo>
                    <a:lnTo>
                      <a:pt x="756" y="251"/>
                    </a:lnTo>
                    <a:lnTo>
                      <a:pt x="740" y="251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7" name="Google Shape;8817;p72"/>
              <p:cNvSpPr/>
              <p:nvPr/>
            </p:nvSpPr>
            <p:spPr>
              <a:xfrm>
                <a:off x="7638803" y="3353480"/>
                <a:ext cx="193449" cy="79483"/>
              </a:xfrm>
              <a:custGeom>
                <a:avLst/>
                <a:gdLst/>
                <a:ahLst/>
                <a:cxnLst/>
                <a:rect l="l" t="t" r="r" b="b"/>
                <a:pathLst>
                  <a:path w="791" h="325" extrusionOk="0">
                    <a:moveTo>
                      <a:pt x="288" y="0"/>
                    </a:moveTo>
                    <a:cubicBezTo>
                      <a:pt x="273" y="0"/>
                      <a:pt x="202" y="37"/>
                      <a:pt x="159" y="66"/>
                    </a:cubicBezTo>
                    <a:cubicBezTo>
                      <a:pt x="136" y="80"/>
                      <a:pt x="64" y="173"/>
                      <a:pt x="0" y="259"/>
                    </a:cubicBezTo>
                    <a:lnTo>
                      <a:pt x="554" y="302"/>
                    </a:lnTo>
                    <a:lnTo>
                      <a:pt x="561" y="302"/>
                    </a:lnTo>
                    <a:lnTo>
                      <a:pt x="790" y="325"/>
                    </a:lnTo>
                    <a:lnTo>
                      <a:pt x="790" y="138"/>
                    </a:lnTo>
                    <a:cubicBezTo>
                      <a:pt x="747" y="123"/>
                      <a:pt x="676" y="102"/>
                      <a:pt x="597" y="80"/>
                    </a:cubicBezTo>
                    <a:cubicBezTo>
                      <a:pt x="590" y="80"/>
                      <a:pt x="581" y="80"/>
                      <a:pt x="575" y="73"/>
                    </a:cubicBezTo>
                    <a:cubicBezTo>
                      <a:pt x="438" y="37"/>
                      <a:pt x="295" y="0"/>
                      <a:pt x="288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8" name="Google Shape;8818;p72"/>
              <p:cNvSpPr/>
              <p:nvPr/>
            </p:nvSpPr>
            <p:spPr>
              <a:xfrm>
                <a:off x="7779181" y="2859712"/>
                <a:ext cx="596488" cy="597711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2444" extrusionOk="0">
                    <a:moveTo>
                      <a:pt x="1748" y="1"/>
                    </a:moveTo>
                    <a:lnTo>
                      <a:pt x="1453" y="417"/>
                    </a:lnTo>
                    <a:lnTo>
                      <a:pt x="1310" y="618"/>
                    </a:lnTo>
                    <a:lnTo>
                      <a:pt x="1072" y="417"/>
                    </a:lnTo>
                    <a:lnTo>
                      <a:pt x="886" y="260"/>
                    </a:lnTo>
                    <a:lnTo>
                      <a:pt x="561" y="403"/>
                    </a:lnTo>
                    <a:lnTo>
                      <a:pt x="534" y="417"/>
                    </a:lnTo>
                    <a:lnTo>
                      <a:pt x="534" y="417"/>
                    </a:lnTo>
                    <a:lnTo>
                      <a:pt x="547" y="389"/>
                    </a:lnTo>
                    <a:lnTo>
                      <a:pt x="720" y="15"/>
                    </a:lnTo>
                    <a:lnTo>
                      <a:pt x="720" y="15"/>
                    </a:lnTo>
                    <a:cubicBezTo>
                      <a:pt x="648" y="72"/>
                      <a:pt x="511" y="194"/>
                      <a:pt x="461" y="237"/>
                    </a:cubicBezTo>
                    <a:cubicBezTo>
                      <a:pt x="454" y="244"/>
                      <a:pt x="447" y="251"/>
                      <a:pt x="447" y="260"/>
                    </a:cubicBezTo>
                    <a:lnTo>
                      <a:pt x="439" y="260"/>
                    </a:lnTo>
                    <a:cubicBezTo>
                      <a:pt x="368" y="337"/>
                      <a:pt x="266" y="568"/>
                      <a:pt x="189" y="805"/>
                    </a:cubicBezTo>
                    <a:cubicBezTo>
                      <a:pt x="94" y="1086"/>
                      <a:pt x="30" y="1617"/>
                      <a:pt x="1" y="2092"/>
                    </a:cubicBezTo>
                    <a:cubicBezTo>
                      <a:pt x="7" y="2099"/>
                      <a:pt x="16" y="2099"/>
                      <a:pt x="23" y="2099"/>
                    </a:cubicBezTo>
                    <a:cubicBezTo>
                      <a:pt x="102" y="2121"/>
                      <a:pt x="173" y="2142"/>
                      <a:pt x="216" y="2157"/>
                    </a:cubicBezTo>
                    <a:lnTo>
                      <a:pt x="475" y="2106"/>
                    </a:lnTo>
                    <a:lnTo>
                      <a:pt x="482" y="2106"/>
                    </a:lnTo>
                    <a:lnTo>
                      <a:pt x="929" y="2028"/>
                    </a:lnTo>
                    <a:lnTo>
                      <a:pt x="913" y="1833"/>
                    </a:lnTo>
                    <a:lnTo>
                      <a:pt x="936" y="1833"/>
                    </a:lnTo>
                    <a:lnTo>
                      <a:pt x="922" y="1717"/>
                    </a:lnTo>
                    <a:lnTo>
                      <a:pt x="856" y="1717"/>
                    </a:lnTo>
                    <a:lnTo>
                      <a:pt x="856" y="1524"/>
                    </a:lnTo>
                    <a:lnTo>
                      <a:pt x="942" y="1524"/>
                    </a:lnTo>
                    <a:lnTo>
                      <a:pt x="979" y="1388"/>
                    </a:lnTo>
                    <a:lnTo>
                      <a:pt x="1560" y="1388"/>
                    </a:lnTo>
                    <a:lnTo>
                      <a:pt x="1560" y="1395"/>
                    </a:lnTo>
                    <a:lnTo>
                      <a:pt x="1596" y="1524"/>
                    </a:lnTo>
                    <a:lnTo>
                      <a:pt x="1683" y="1524"/>
                    </a:lnTo>
                    <a:lnTo>
                      <a:pt x="1683" y="1717"/>
                    </a:lnTo>
                    <a:lnTo>
                      <a:pt x="1619" y="1717"/>
                    </a:lnTo>
                    <a:lnTo>
                      <a:pt x="1612" y="1833"/>
                    </a:lnTo>
                    <a:lnTo>
                      <a:pt x="1626" y="1833"/>
                    </a:lnTo>
                    <a:lnTo>
                      <a:pt x="1589" y="2278"/>
                    </a:lnTo>
                    <a:lnTo>
                      <a:pt x="1569" y="2278"/>
                    </a:lnTo>
                    <a:lnTo>
                      <a:pt x="1560" y="2444"/>
                    </a:lnTo>
                    <a:lnTo>
                      <a:pt x="2057" y="2444"/>
                    </a:lnTo>
                    <a:cubicBezTo>
                      <a:pt x="2093" y="2444"/>
                      <a:pt x="2157" y="2401"/>
                      <a:pt x="2164" y="2350"/>
                    </a:cubicBezTo>
                    <a:cubicBezTo>
                      <a:pt x="2179" y="2300"/>
                      <a:pt x="2423" y="870"/>
                      <a:pt x="2431" y="734"/>
                    </a:cubicBezTo>
                    <a:cubicBezTo>
                      <a:pt x="2438" y="575"/>
                      <a:pt x="2423" y="482"/>
                      <a:pt x="2388" y="417"/>
                    </a:cubicBezTo>
                    <a:lnTo>
                      <a:pt x="2380" y="417"/>
                    </a:lnTo>
                    <a:cubicBezTo>
                      <a:pt x="2373" y="403"/>
                      <a:pt x="2366" y="396"/>
                      <a:pt x="2366" y="389"/>
                    </a:cubicBezTo>
                    <a:cubicBezTo>
                      <a:pt x="2345" y="360"/>
                      <a:pt x="2323" y="337"/>
                      <a:pt x="2293" y="317"/>
                    </a:cubicBezTo>
                    <a:cubicBezTo>
                      <a:pt x="2186" y="260"/>
                      <a:pt x="1748" y="1"/>
                      <a:pt x="17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9" name="Google Shape;8819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0" name="Google Shape;8820;p72"/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extrusionOk="0">
                    <a:moveTo>
                      <a:pt x="1" y="0"/>
                    </a:moveTo>
                    <a:lnTo>
                      <a:pt x="1" y="9"/>
                    </a:lnTo>
                    <a:cubicBezTo>
                      <a:pt x="1" y="16"/>
                      <a:pt x="8" y="23"/>
                      <a:pt x="15" y="37"/>
                    </a:cubicBezTo>
                    <a:lnTo>
                      <a:pt x="23" y="37"/>
                    </a:lnTo>
                    <a:cubicBezTo>
                      <a:pt x="15" y="23"/>
                      <a:pt x="8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1" name="Google Shape;8821;p72"/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fill="none" extrusionOk="0">
                    <a:moveTo>
                      <a:pt x="23" y="37"/>
                    </a:moveTo>
                    <a:cubicBezTo>
                      <a:pt x="15" y="23"/>
                      <a:pt x="8" y="16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2" name="Google Shape;8822;p72"/>
              <p:cNvSpPr/>
              <p:nvPr/>
            </p:nvSpPr>
            <p:spPr>
              <a:xfrm>
                <a:off x="7631467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195" y="0"/>
                    </a:moveTo>
                    <a:lnTo>
                      <a:pt x="1188" y="35"/>
                    </a:lnTo>
                    <a:lnTo>
                      <a:pt x="1151" y="186"/>
                    </a:lnTo>
                    <a:lnTo>
                      <a:pt x="950" y="1049"/>
                    </a:lnTo>
                    <a:lnTo>
                      <a:pt x="886" y="1344"/>
                    </a:lnTo>
                    <a:lnTo>
                      <a:pt x="856" y="1458"/>
                    </a:lnTo>
                    <a:lnTo>
                      <a:pt x="856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189" y="5182"/>
                    </a:lnTo>
                    <a:lnTo>
                      <a:pt x="972" y="1775"/>
                    </a:lnTo>
                    <a:lnTo>
                      <a:pt x="1043" y="1473"/>
                    </a:lnTo>
                    <a:lnTo>
                      <a:pt x="1043" y="1444"/>
                    </a:lnTo>
                    <a:lnTo>
                      <a:pt x="1072" y="1344"/>
                    </a:lnTo>
                    <a:lnTo>
                      <a:pt x="1151" y="977"/>
                    </a:lnTo>
                    <a:lnTo>
                      <a:pt x="1338" y="200"/>
                    </a:lnTo>
                    <a:lnTo>
                      <a:pt x="1374" y="35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3" name="Google Shape;8823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4" name="Google Shape;8824;p72"/>
              <p:cNvSpPr/>
              <p:nvPr/>
            </p:nvSpPr>
            <p:spPr>
              <a:xfrm>
                <a:off x="7677444" y="3619317"/>
                <a:ext cx="381762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5183" extrusionOk="0">
                    <a:moveTo>
                      <a:pt x="1193" y="0"/>
                    </a:moveTo>
                    <a:lnTo>
                      <a:pt x="1186" y="35"/>
                    </a:lnTo>
                    <a:lnTo>
                      <a:pt x="1150" y="200"/>
                    </a:lnTo>
                    <a:lnTo>
                      <a:pt x="963" y="977"/>
                    </a:lnTo>
                    <a:lnTo>
                      <a:pt x="884" y="1344"/>
                    </a:lnTo>
                    <a:lnTo>
                      <a:pt x="855" y="1444"/>
                    </a:lnTo>
                    <a:lnTo>
                      <a:pt x="855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367" y="5182"/>
                    </a:lnTo>
                    <a:lnTo>
                      <a:pt x="439" y="4851"/>
                    </a:lnTo>
                    <a:lnTo>
                      <a:pt x="1150" y="1775"/>
                    </a:lnTo>
                    <a:lnTo>
                      <a:pt x="1186" y="1617"/>
                    </a:lnTo>
                    <a:lnTo>
                      <a:pt x="1222" y="1473"/>
                    </a:lnTo>
                    <a:lnTo>
                      <a:pt x="1236" y="1415"/>
                    </a:lnTo>
                    <a:lnTo>
                      <a:pt x="1252" y="1344"/>
                    </a:lnTo>
                    <a:lnTo>
                      <a:pt x="1365" y="840"/>
                    </a:lnTo>
                    <a:lnTo>
                      <a:pt x="1517" y="200"/>
                    </a:lnTo>
                    <a:lnTo>
                      <a:pt x="1553" y="35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5" name="Google Shape;8825;p72"/>
              <p:cNvSpPr/>
              <p:nvPr/>
            </p:nvSpPr>
            <p:spPr>
              <a:xfrm>
                <a:off x="8104446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" y="0"/>
                    </a:moveTo>
                    <a:lnTo>
                      <a:pt x="8" y="35"/>
                    </a:lnTo>
                    <a:lnTo>
                      <a:pt x="37" y="157"/>
                    </a:lnTo>
                    <a:lnTo>
                      <a:pt x="44" y="186"/>
                    </a:lnTo>
                    <a:lnTo>
                      <a:pt x="259" y="1121"/>
                    </a:lnTo>
                    <a:lnTo>
                      <a:pt x="309" y="1344"/>
                    </a:lnTo>
                    <a:lnTo>
                      <a:pt x="339" y="1466"/>
                    </a:lnTo>
                    <a:lnTo>
                      <a:pt x="339" y="1473"/>
                    </a:lnTo>
                    <a:lnTo>
                      <a:pt x="411" y="1775"/>
                    </a:lnTo>
                    <a:lnTo>
                      <a:pt x="1194" y="5182"/>
                    </a:lnTo>
                    <a:lnTo>
                      <a:pt x="1381" y="5182"/>
                    </a:lnTo>
                    <a:lnTo>
                      <a:pt x="598" y="1775"/>
                    </a:lnTo>
                    <a:lnTo>
                      <a:pt x="525" y="1473"/>
                    </a:lnTo>
                    <a:lnTo>
                      <a:pt x="504" y="1380"/>
                    </a:lnTo>
                    <a:lnTo>
                      <a:pt x="497" y="1344"/>
                    </a:lnTo>
                    <a:lnTo>
                      <a:pt x="389" y="870"/>
                    </a:lnTo>
                    <a:lnTo>
                      <a:pt x="223" y="157"/>
                    </a:lnTo>
                    <a:lnTo>
                      <a:pt x="196" y="35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6" name="Google Shape;8826;p72"/>
              <p:cNvSpPr/>
              <p:nvPr/>
            </p:nvSpPr>
            <p:spPr>
              <a:xfrm>
                <a:off x="8149934" y="3619317"/>
                <a:ext cx="383963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5183" extrusionOk="0">
                    <a:moveTo>
                      <a:pt x="1" y="0"/>
                    </a:moveTo>
                    <a:lnTo>
                      <a:pt x="10" y="35"/>
                    </a:lnTo>
                    <a:lnTo>
                      <a:pt x="37" y="157"/>
                    </a:lnTo>
                    <a:lnTo>
                      <a:pt x="203" y="870"/>
                    </a:lnTo>
                    <a:lnTo>
                      <a:pt x="311" y="1344"/>
                    </a:lnTo>
                    <a:lnTo>
                      <a:pt x="318" y="1380"/>
                    </a:lnTo>
                    <a:lnTo>
                      <a:pt x="339" y="1473"/>
                    </a:lnTo>
                    <a:lnTo>
                      <a:pt x="412" y="1775"/>
                    </a:lnTo>
                    <a:lnTo>
                      <a:pt x="1195" y="5182"/>
                    </a:lnTo>
                    <a:lnTo>
                      <a:pt x="1569" y="5182"/>
                    </a:lnTo>
                    <a:lnTo>
                      <a:pt x="700" y="1430"/>
                    </a:lnTo>
                    <a:lnTo>
                      <a:pt x="527" y="682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7" name="Google Shape;8827;p72"/>
              <p:cNvSpPr/>
              <p:nvPr/>
            </p:nvSpPr>
            <p:spPr>
              <a:xfrm>
                <a:off x="7839098" y="3531030"/>
                <a:ext cx="84619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62" extrusionOk="0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246"/>
                      <a:pt x="1" y="259"/>
                      <a:pt x="7" y="275"/>
                    </a:cubicBezTo>
                    <a:cubicBezTo>
                      <a:pt x="14" y="289"/>
                      <a:pt x="14" y="296"/>
                      <a:pt x="21" y="309"/>
                    </a:cubicBezTo>
                    <a:cubicBezTo>
                      <a:pt x="51" y="339"/>
                      <a:pt x="87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309" y="339"/>
                      <a:pt x="280" y="309"/>
                      <a:pt x="273" y="275"/>
                    </a:cubicBezTo>
                    <a:cubicBezTo>
                      <a:pt x="266" y="259"/>
                      <a:pt x="266" y="246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8" name="Google Shape;8828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9" name="Google Shape;8829;p72"/>
              <p:cNvSpPr/>
              <p:nvPr/>
            </p:nvSpPr>
            <p:spPr>
              <a:xfrm>
                <a:off x="7904151" y="3531030"/>
                <a:ext cx="388854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62" extrusionOk="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46"/>
                      <a:pt x="0" y="259"/>
                      <a:pt x="7" y="275"/>
                    </a:cubicBezTo>
                    <a:cubicBezTo>
                      <a:pt x="14" y="309"/>
                      <a:pt x="43" y="339"/>
                      <a:pt x="80" y="352"/>
                    </a:cubicBezTo>
                    <a:cubicBezTo>
                      <a:pt x="93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0" name="Google Shape;8830;p72"/>
              <p:cNvSpPr/>
              <p:nvPr/>
            </p:nvSpPr>
            <p:spPr>
              <a:xfrm>
                <a:off x="6278071" y="3457173"/>
                <a:ext cx="1311589" cy="74102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303" extrusionOk="0">
                    <a:moveTo>
                      <a:pt x="1" y="1"/>
                    </a:moveTo>
                    <a:lnTo>
                      <a:pt x="1" y="303"/>
                    </a:lnTo>
                    <a:lnTo>
                      <a:pt x="5362" y="303"/>
                    </a:lnTo>
                    <a:lnTo>
                      <a:pt x="536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1" name="Google Shape;8831;p72"/>
              <p:cNvSpPr/>
              <p:nvPr/>
            </p:nvSpPr>
            <p:spPr>
              <a:xfrm>
                <a:off x="7589402" y="3457173"/>
                <a:ext cx="1086591" cy="74102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303" extrusionOk="0">
                    <a:moveTo>
                      <a:pt x="0" y="1"/>
                    </a:moveTo>
                    <a:lnTo>
                      <a:pt x="0" y="303"/>
                    </a:lnTo>
                    <a:lnTo>
                      <a:pt x="4442" y="303"/>
                    </a:lnTo>
                    <a:lnTo>
                      <a:pt x="444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2" name="Google Shape;8832;p72"/>
              <p:cNvSpPr/>
              <p:nvPr/>
            </p:nvSpPr>
            <p:spPr>
              <a:xfrm>
                <a:off x="7126939" y="3416821"/>
                <a:ext cx="503065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66" extrusionOk="0">
                    <a:moveTo>
                      <a:pt x="1" y="0"/>
                    </a:moveTo>
                    <a:lnTo>
                      <a:pt x="123" y="166"/>
                    </a:lnTo>
                    <a:lnTo>
                      <a:pt x="2057" y="166"/>
                    </a:lnTo>
                    <a:lnTo>
                      <a:pt x="205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3" name="Google Shape;8833;p72"/>
              <p:cNvSpPr/>
              <p:nvPr/>
            </p:nvSpPr>
            <p:spPr>
              <a:xfrm>
                <a:off x="7629755" y="3416821"/>
                <a:ext cx="336273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66" extrusionOk="0">
                    <a:moveTo>
                      <a:pt x="1" y="0"/>
                    </a:moveTo>
                    <a:lnTo>
                      <a:pt x="1" y="166"/>
                    </a:lnTo>
                    <a:lnTo>
                      <a:pt x="1374" y="166"/>
                    </a:lnTo>
                    <a:lnTo>
                      <a:pt x="1274" y="102"/>
                    </a:lnTo>
                    <a:lnTo>
                      <a:pt x="1043" y="79"/>
                    </a:lnTo>
                    <a:lnTo>
                      <a:pt x="1029" y="79"/>
                    </a:lnTo>
                    <a:lnTo>
                      <a:pt x="863" y="66"/>
                    </a:lnTo>
                    <a:lnTo>
                      <a:pt x="827" y="66"/>
                    </a:lnTo>
                    <a:lnTo>
                      <a:pt x="598" y="43"/>
                    </a:lnTo>
                    <a:lnTo>
                      <a:pt x="591" y="43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4" name="Google Shape;8834;p72"/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5" name="Google Shape;8835;p72"/>
              <p:cNvSpPr/>
              <p:nvPr/>
            </p:nvSpPr>
            <p:spPr>
              <a:xfrm>
                <a:off x="7337995" y="2610016"/>
                <a:ext cx="176085" cy="65591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2682" extrusionOk="0">
                    <a:moveTo>
                      <a:pt x="0" y="1"/>
                    </a:moveTo>
                    <a:cubicBezTo>
                      <a:pt x="66" y="1"/>
                      <a:pt x="129" y="51"/>
                      <a:pt x="138" y="116"/>
                    </a:cubicBezTo>
                    <a:lnTo>
                      <a:pt x="569" y="2566"/>
                    </a:lnTo>
                    <a:cubicBezTo>
                      <a:pt x="583" y="2625"/>
                      <a:pt x="540" y="2681"/>
                      <a:pt x="475" y="2681"/>
                    </a:cubicBezTo>
                    <a:lnTo>
                      <a:pt x="613" y="2681"/>
                    </a:lnTo>
                    <a:cubicBezTo>
                      <a:pt x="676" y="2681"/>
                      <a:pt x="719" y="2625"/>
                      <a:pt x="713" y="2566"/>
                    </a:cubicBezTo>
                    <a:lnTo>
                      <a:pt x="281" y="116"/>
                    </a:lnTo>
                    <a:cubicBezTo>
                      <a:pt x="268" y="51"/>
                      <a:pt x="209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6" name="Google Shape;8836;p72"/>
              <p:cNvSpPr/>
              <p:nvPr/>
            </p:nvSpPr>
            <p:spPr>
              <a:xfrm>
                <a:off x="6436302" y="2610016"/>
                <a:ext cx="1044526" cy="655917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82" extrusionOk="0">
                    <a:moveTo>
                      <a:pt x="2005" y="841"/>
                    </a:moveTo>
                    <a:cubicBezTo>
                      <a:pt x="2084" y="841"/>
                      <a:pt x="2171" y="899"/>
                      <a:pt x="2193" y="979"/>
                    </a:cubicBezTo>
                    <a:cubicBezTo>
                      <a:pt x="2200" y="1013"/>
                      <a:pt x="2221" y="1100"/>
                      <a:pt x="2071" y="1215"/>
                    </a:cubicBezTo>
                    <a:lnTo>
                      <a:pt x="2005" y="1265"/>
                    </a:lnTo>
                    <a:lnTo>
                      <a:pt x="1919" y="1215"/>
                    </a:lnTo>
                    <a:cubicBezTo>
                      <a:pt x="1703" y="1100"/>
                      <a:pt x="1676" y="1013"/>
                      <a:pt x="1669" y="979"/>
                    </a:cubicBezTo>
                    <a:cubicBezTo>
                      <a:pt x="1646" y="899"/>
                      <a:pt x="1696" y="841"/>
                      <a:pt x="1769" y="841"/>
                    </a:cubicBezTo>
                    <a:cubicBezTo>
                      <a:pt x="1819" y="841"/>
                      <a:pt x="1869" y="863"/>
                      <a:pt x="1905" y="899"/>
                    </a:cubicBezTo>
                    <a:cubicBezTo>
                      <a:pt x="1927" y="863"/>
                      <a:pt x="1962" y="841"/>
                      <a:pt x="2005" y="841"/>
                    </a:cubicBezTo>
                    <a:close/>
                    <a:moveTo>
                      <a:pt x="107" y="1"/>
                    </a:moveTo>
                    <a:cubicBezTo>
                      <a:pt x="44" y="1"/>
                      <a:pt x="1" y="51"/>
                      <a:pt x="14" y="116"/>
                    </a:cubicBezTo>
                    <a:lnTo>
                      <a:pt x="439" y="2566"/>
                    </a:lnTo>
                    <a:cubicBezTo>
                      <a:pt x="453" y="2625"/>
                      <a:pt x="518" y="2681"/>
                      <a:pt x="582" y="2681"/>
                    </a:cubicBezTo>
                    <a:lnTo>
                      <a:pt x="1301" y="2681"/>
                    </a:lnTo>
                    <a:cubicBezTo>
                      <a:pt x="1331" y="2445"/>
                      <a:pt x="1374" y="2171"/>
                      <a:pt x="1410" y="1962"/>
                    </a:cubicBezTo>
                    <a:cubicBezTo>
                      <a:pt x="1467" y="1683"/>
                      <a:pt x="1689" y="1639"/>
                      <a:pt x="1689" y="1639"/>
                    </a:cubicBezTo>
                    <a:lnTo>
                      <a:pt x="2466" y="1639"/>
                    </a:lnTo>
                    <a:lnTo>
                      <a:pt x="2495" y="1805"/>
                    </a:lnTo>
                    <a:cubicBezTo>
                      <a:pt x="2495" y="1805"/>
                      <a:pt x="2373" y="1812"/>
                      <a:pt x="2329" y="2048"/>
                    </a:cubicBezTo>
                    <a:cubicBezTo>
                      <a:pt x="2286" y="2236"/>
                      <a:pt x="2257" y="2473"/>
                      <a:pt x="2229" y="2681"/>
                    </a:cubicBezTo>
                    <a:lnTo>
                      <a:pt x="4162" y="2681"/>
                    </a:lnTo>
                    <a:cubicBezTo>
                      <a:pt x="4227" y="2681"/>
                      <a:pt x="4270" y="2625"/>
                      <a:pt x="4256" y="2566"/>
                    </a:cubicBezTo>
                    <a:lnTo>
                      <a:pt x="3825" y="116"/>
                    </a:lnTo>
                    <a:cubicBezTo>
                      <a:pt x="3816" y="51"/>
                      <a:pt x="3753" y="1"/>
                      <a:pt x="36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7" name="Google Shape;8837;p72"/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8" name="Google Shape;8838;p72"/>
              <p:cNvSpPr/>
              <p:nvPr/>
            </p:nvSpPr>
            <p:spPr>
              <a:xfrm>
                <a:off x="6728306" y="3010850"/>
                <a:ext cx="309372" cy="446571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826" extrusionOk="0">
                    <a:moveTo>
                      <a:pt x="495" y="0"/>
                    </a:moveTo>
                    <a:cubicBezTo>
                      <a:pt x="495" y="0"/>
                      <a:pt x="273" y="44"/>
                      <a:pt x="216" y="323"/>
                    </a:cubicBezTo>
                    <a:cubicBezTo>
                      <a:pt x="180" y="532"/>
                      <a:pt x="137" y="806"/>
                      <a:pt x="107" y="1042"/>
                    </a:cubicBezTo>
                    <a:cubicBezTo>
                      <a:pt x="71" y="1315"/>
                      <a:pt x="43" y="1553"/>
                      <a:pt x="28" y="1617"/>
                    </a:cubicBezTo>
                    <a:cubicBezTo>
                      <a:pt x="0" y="1739"/>
                      <a:pt x="57" y="1826"/>
                      <a:pt x="230" y="1826"/>
                    </a:cubicBezTo>
                    <a:lnTo>
                      <a:pt x="1006" y="1826"/>
                    </a:lnTo>
                    <a:cubicBezTo>
                      <a:pt x="834" y="1826"/>
                      <a:pt x="784" y="1739"/>
                      <a:pt x="804" y="1617"/>
                    </a:cubicBezTo>
                    <a:cubicBezTo>
                      <a:pt x="820" y="1553"/>
                      <a:pt x="847" y="1315"/>
                      <a:pt x="884" y="1042"/>
                    </a:cubicBezTo>
                    <a:cubicBezTo>
                      <a:pt x="913" y="806"/>
                      <a:pt x="956" y="532"/>
                      <a:pt x="999" y="323"/>
                    </a:cubicBezTo>
                    <a:cubicBezTo>
                      <a:pt x="1049" y="73"/>
                      <a:pt x="1222" y="14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9" name="Google Shape;8839;p72"/>
              <p:cNvSpPr/>
              <p:nvPr/>
            </p:nvSpPr>
            <p:spPr>
              <a:xfrm>
                <a:off x="6919797" y="3010850"/>
                <a:ext cx="237470" cy="44657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1826" extrusionOk="0">
                    <a:moveTo>
                      <a:pt x="482" y="0"/>
                    </a:moveTo>
                    <a:cubicBezTo>
                      <a:pt x="439" y="14"/>
                      <a:pt x="266" y="73"/>
                      <a:pt x="216" y="323"/>
                    </a:cubicBezTo>
                    <a:cubicBezTo>
                      <a:pt x="173" y="532"/>
                      <a:pt x="130" y="806"/>
                      <a:pt x="101" y="1042"/>
                    </a:cubicBezTo>
                    <a:cubicBezTo>
                      <a:pt x="64" y="1315"/>
                      <a:pt x="37" y="1553"/>
                      <a:pt x="21" y="1617"/>
                    </a:cubicBezTo>
                    <a:cubicBezTo>
                      <a:pt x="1" y="1739"/>
                      <a:pt x="51" y="1826"/>
                      <a:pt x="223" y="1826"/>
                    </a:cubicBezTo>
                    <a:lnTo>
                      <a:pt x="970" y="1826"/>
                    </a:lnTo>
                    <a:lnTo>
                      <a:pt x="848" y="1660"/>
                    </a:lnTo>
                    <a:lnTo>
                      <a:pt x="373" y="1660"/>
                    </a:lnTo>
                    <a:cubicBezTo>
                      <a:pt x="223" y="1660"/>
                      <a:pt x="166" y="1632"/>
                      <a:pt x="187" y="1524"/>
                    </a:cubicBezTo>
                    <a:cubicBezTo>
                      <a:pt x="194" y="1467"/>
                      <a:pt x="223" y="1272"/>
                      <a:pt x="252" y="1042"/>
                    </a:cubicBezTo>
                    <a:cubicBezTo>
                      <a:pt x="280" y="834"/>
                      <a:pt x="309" y="597"/>
                      <a:pt x="352" y="409"/>
                    </a:cubicBezTo>
                    <a:cubicBezTo>
                      <a:pt x="396" y="173"/>
                      <a:pt x="518" y="166"/>
                      <a:pt x="518" y="166"/>
                    </a:cubicBezTo>
                    <a:lnTo>
                      <a:pt x="4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0" name="Google Shape;8840;p72"/>
              <p:cNvSpPr/>
              <p:nvPr/>
            </p:nvSpPr>
            <p:spPr>
              <a:xfrm>
                <a:off x="6824673" y="2804930"/>
                <a:ext cx="168982" cy="125217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1" name="Google Shape;8841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2" name="Google Shape;8842;p72"/>
              <p:cNvSpPr/>
              <p:nvPr/>
            </p:nvSpPr>
            <p:spPr>
              <a:xfrm>
                <a:off x="8004421" y="3279622"/>
                <a:ext cx="170705" cy="2836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16" extrusionOk="0">
                    <a:moveTo>
                      <a:pt x="1" y="0"/>
                    </a:moveTo>
                    <a:lnTo>
                      <a:pt x="15" y="116"/>
                    </a:lnTo>
                    <a:lnTo>
                      <a:pt x="691" y="116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3" name="Google Shape;8843;p72"/>
              <p:cNvSpPr/>
              <p:nvPr/>
            </p:nvSpPr>
            <p:spPr>
              <a:xfrm>
                <a:off x="7988524" y="3232422"/>
                <a:ext cx="202253" cy="47445"/>
              </a:xfrm>
              <a:custGeom>
                <a:avLst/>
                <a:gdLst/>
                <a:ahLst/>
                <a:cxnLst/>
                <a:rect l="l" t="t" r="r" b="b"/>
                <a:pathLst>
                  <a:path w="827" h="194" extrusionOk="0">
                    <a:moveTo>
                      <a:pt x="0" y="0"/>
                    </a:moveTo>
                    <a:lnTo>
                      <a:pt x="0" y="193"/>
                    </a:lnTo>
                    <a:lnTo>
                      <a:pt x="827" y="193"/>
                    </a:lnTo>
                    <a:lnTo>
                      <a:pt x="82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4" name="Google Shape;8844;p72"/>
              <p:cNvSpPr/>
              <p:nvPr/>
            </p:nvSpPr>
            <p:spPr>
              <a:xfrm>
                <a:off x="8009556" y="3198917"/>
                <a:ext cx="160188" cy="3375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38" extrusionOk="0">
                    <a:moveTo>
                      <a:pt x="37" y="1"/>
                    </a:moveTo>
                    <a:lnTo>
                      <a:pt x="0" y="137"/>
                    </a:lnTo>
                    <a:lnTo>
                      <a:pt x="654" y="137"/>
                    </a:lnTo>
                    <a:lnTo>
                      <a:pt x="618" y="8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5" name="Google Shape;8845;p72"/>
              <p:cNvSpPr/>
              <p:nvPr/>
            </p:nvSpPr>
            <p:spPr>
              <a:xfrm>
                <a:off x="8002464" y="3307747"/>
                <a:ext cx="174373" cy="109319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47" extrusionOk="0">
                    <a:moveTo>
                      <a:pt x="0" y="1"/>
                    </a:moveTo>
                    <a:lnTo>
                      <a:pt x="16" y="196"/>
                    </a:lnTo>
                    <a:lnTo>
                      <a:pt x="43" y="446"/>
                    </a:lnTo>
                    <a:lnTo>
                      <a:pt x="676" y="446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6" name="Google Shape;8846;p72"/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7" name="Google Shape;8847;p72"/>
              <p:cNvSpPr/>
              <p:nvPr/>
            </p:nvSpPr>
            <p:spPr>
              <a:xfrm>
                <a:off x="5873814" y="3842356"/>
                <a:ext cx="126928" cy="325513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331" extrusionOk="0">
                    <a:moveTo>
                      <a:pt x="1" y="1"/>
                    </a:moveTo>
                    <a:lnTo>
                      <a:pt x="1" y="115"/>
                    </a:lnTo>
                    <a:lnTo>
                      <a:pt x="1" y="223"/>
                    </a:lnTo>
                    <a:cubicBezTo>
                      <a:pt x="15" y="253"/>
                      <a:pt x="22" y="280"/>
                      <a:pt x="35" y="309"/>
                    </a:cubicBezTo>
                    <a:cubicBezTo>
                      <a:pt x="130" y="539"/>
                      <a:pt x="187" y="741"/>
                      <a:pt x="223" y="913"/>
                    </a:cubicBezTo>
                    <a:cubicBezTo>
                      <a:pt x="230" y="963"/>
                      <a:pt x="237" y="1006"/>
                      <a:pt x="237" y="1050"/>
                    </a:cubicBezTo>
                    <a:lnTo>
                      <a:pt x="518" y="1331"/>
                    </a:lnTo>
                    <a:lnTo>
                      <a:pt x="518" y="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8" name="Google Shape;8848;p72"/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9" name="Google Shape;8849;p72"/>
              <p:cNvSpPr/>
              <p:nvPr/>
            </p:nvSpPr>
            <p:spPr>
              <a:xfrm>
                <a:off x="6000496" y="3842356"/>
                <a:ext cx="128395" cy="325513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31" extrusionOk="0">
                    <a:moveTo>
                      <a:pt x="525" y="1"/>
                    </a:moveTo>
                    <a:lnTo>
                      <a:pt x="0" y="525"/>
                    </a:lnTo>
                    <a:lnTo>
                      <a:pt x="0" y="1331"/>
                    </a:lnTo>
                    <a:lnTo>
                      <a:pt x="287" y="1043"/>
                    </a:lnTo>
                    <a:lnTo>
                      <a:pt x="287" y="1020"/>
                    </a:lnTo>
                    <a:cubicBezTo>
                      <a:pt x="316" y="877"/>
                      <a:pt x="366" y="705"/>
                      <a:pt x="446" y="511"/>
                    </a:cubicBezTo>
                    <a:cubicBezTo>
                      <a:pt x="459" y="489"/>
                      <a:pt x="466" y="460"/>
                      <a:pt x="475" y="439"/>
                    </a:cubicBezTo>
                    <a:cubicBezTo>
                      <a:pt x="489" y="403"/>
                      <a:pt x="503" y="373"/>
                      <a:pt x="518" y="339"/>
                    </a:cubicBezTo>
                    <a:cubicBezTo>
                      <a:pt x="525" y="266"/>
                      <a:pt x="525" y="194"/>
                      <a:pt x="525" y="115"/>
                    </a:cubicBez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0" name="Google Shape;8850;p72"/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3" extrusionOk="0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1" name="Google Shape;8851;p72"/>
              <p:cNvSpPr/>
              <p:nvPr/>
            </p:nvSpPr>
            <p:spPr>
              <a:xfrm>
                <a:off x="5873814" y="3661381"/>
                <a:ext cx="126928" cy="309616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266" extrusionOk="0">
                    <a:moveTo>
                      <a:pt x="58" y="1"/>
                    </a:moveTo>
                    <a:cubicBezTo>
                      <a:pt x="22" y="237"/>
                      <a:pt x="1" y="489"/>
                      <a:pt x="1" y="741"/>
                    </a:cubicBezTo>
                    <a:lnTo>
                      <a:pt x="518" y="1265"/>
                    </a:lnTo>
                    <a:lnTo>
                      <a:pt x="518" y="45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2" name="Google Shape;8852;p72"/>
              <p:cNvSpPr/>
              <p:nvPr/>
            </p:nvSpPr>
            <p:spPr>
              <a:xfrm>
                <a:off x="6000496" y="3661381"/>
                <a:ext cx="128395" cy="30961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266" extrusionOk="0">
                    <a:moveTo>
                      <a:pt x="466" y="1"/>
                    </a:moveTo>
                    <a:lnTo>
                      <a:pt x="0" y="459"/>
                    </a:lnTo>
                    <a:lnTo>
                      <a:pt x="0" y="1265"/>
                    </a:lnTo>
                    <a:lnTo>
                      <a:pt x="525" y="741"/>
                    </a:lnTo>
                    <a:cubicBezTo>
                      <a:pt x="518" y="489"/>
                      <a:pt x="496" y="237"/>
                      <a:pt x="4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3" name="Google Shape;8853;p72"/>
              <p:cNvSpPr/>
              <p:nvPr/>
            </p:nvSpPr>
            <p:spPr>
              <a:xfrm>
                <a:off x="5887754" y="3497770"/>
                <a:ext cx="112988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29" extrusionOk="0">
                    <a:moveTo>
                      <a:pt x="137" y="0"/>
                    </a:moveTo>
                    <a:cubicBezTo>
                      <a:pt x="80" y="187"/>
                      <a:pt x="37" y="418"/>
                      <a:pt x="1" y="670"/>
                    </a:cubicBezTo>
                    <a:lnTo>
                      <a:pt x="461" y="1128"/>
                    </a:lnTo>
                    <a:lnTo>
                      <a:pt x="461" y="325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4" name="Google Shape;8854;p72"/>
              <p:cNvSpPr/>
              <p:nvPr/>
            </p:nvSpPr>
            <p:spPr>
              <a:xfrm>
                <a:off x="6000496" y="3497770"/>
                <a:ext cx="114211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67" h="1129" extrusionOk="0">
                    <a:moveTo>
                      <a:pt x="323" y="0"/>
                    </a:moveTo>
                    <a:lnTo>
                      <a:pt x="0" y="325"/>
                    </a:lnTo>
                    <a:lnTo>
                      <a:pt x="0" y="1128"/>
                    </a:lnTo>
                    <a:lnTo>
                      <a:pt x="466" y="670"/>
                    </a:lnTo>
                    <a:cubicBezTo>
                      <a:pt x="432" y="418"/>
                      <a:pt x="380" y="187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5" name="Google Shape;8855;p72"/>
              <p:cNvSpPr/>
              <p:nvPr/>
            </p:nvSpPr>
            <p:spPr>
              <a:xfrm>
                <a:off x="5921258" y="3381604"/>
                <a:ext cx="79483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800" extrusionOk="0">
                    <a:moveTo>
                      <a:pt x="324" y="1"/>
                    </a:moveTo>
                    <a:cubicBezTo>
                      <a:pt x="202" y="1"/>
                      <a:pt x="93" y="187"/>
                      <a:pt x="0" y="475"/>
                    </a:cubicBezTo>
                    <a:lnTo>
                      <a:pt x="324" y="800"/>
                    </a:lnTo>
                    <a:lnTo>
                      <a:pt x="32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6" name="Google Shape;8856;p72"/>
              <p:cNvSpPr/>
              <p:nvPr/>
            </p:nvSpPr>
            <p:spPr>
              <a:xfrm>
                <a:off x="6000496" y="3381604"/>
                <a:ext cx="79238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324" h="800" extrusionOk="0">
                    <a:moveTo>
                      <a:pt x="0" y="1"/>
                    </a:moveTo>
                    <a:lnTo>
                      <a:pt x="0" y="800"/>
                    </a:lnTo>
                    <a:lnTo>
                      <a:pt x="323" y="475"/>
                    </a:lnTo>
                    <a:cubicBezTo>
                      <a:pt x="237" y="187"/>
                      <a:pt x="121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7" name="Google Shape;8857;p72"/>
              <p:cNvSpPr/>
              <p:nvPr/>
            </p:nvSpPr>
            <p:spPr>
              <a:xfrm>
                <a:off x="6000496" y="4097188"/>
                <a:ext cx="70189" cy="84619"/>
              </a:xfrm>
              <a:custGeom>
                <a:avLst/>
                <a:gdLst/>
                <a:ahLst/>
                <a:cxnLst/>
                <a:rect l="l" t="t" r="r" b="b"/>
                <a:pathLst>
                  <a:path w="287" h="346" extrusionOk="0">
                    <a:moveTo>
                      <a:pt x="287" y="1"/>
                    </a:moveTo>
                    <a:lnTo>
                      <a:pt x="0" y="289"/>
                    </a:lnTo>
                    <a:lnTo>
                      <a:pt x="0" y="346"/>
                    </a:lnTo>
                    <a:lnTo>
                      <a:pt x="273" y="346"/>
                    </a:lnTo>
                    <a:cubicBezTo>
                      <a:pt x="259" y="259"/>
                      <a:pt x="259" y="137"/>
                      <a:pt x="2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8" name="Google Shape;8858;p72"/>
              <p:cNvSpPr/>
              <p:nvPr/>
            </p:nvSpPr>
            <p:spPr>
              <a:xfrm>
                <a:off x="5931774" y="4098900"/>
                <a:ext cx="68967" cy="82907"/>
              </a:xfrm>
              <a:custGeom>
                <a:avLst/>
                <a:gdLst/>
                <a:ahLst/>
                <a:cxnLst/>
                <a:rect l="l" t="t" r="r" b="b"/>
                <a:pathLst>
                  <a:path w="282" h="33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3" y="130"/>
                      <a:pt x="14" y="239"/>
                      <a:pt x="0" y="325"/>
                    </a:cubicBezTo>
                    <a:cubicBezTo>
                      <a:pt x="0" y="325"/>
                      <a:pt x="7" y="332"/>
                      <a:pt x="7" y="339"/>
                    </a:cubicBezTo>
                    <a:lnTo>
                      <a:pt x="281" y="339"/>
                    </a:lnTo>
                    <a:lnTo>
                      <a:pt x="281" y="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9" name="Google Shape;8859;p72"/>
              <p:cNvSpPr/>
              <p:nvPr/>
            </p:nvSpPr>
            <p:spPr>
              <a:xfrm>
                <a:off x="5754224" y="3759694"/>
                <a:ext cx="119836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129" extrusionOk="0">
                    <a:moveTo>
                      <a:pt x="216" y="1"/>
                    </a:moveTo>
                    <a:lnTo>
                      <a:pt x="0" y="504"/>
                    </a:lnTo>
                    <a:lnTo>
                      <a:pt x="245" y="1129"/>
                    </a:lnTo>
                    <a:lnTo>
                      <a:pt x="490" y="568"/>
                    </a:lnTo>
                    <a:lnTo>
                      <a:pt x="490" y="561"/>
                    </a:lnTo>
                    <a:cubicBezTo>
                      <a:pt x="404" y="366"/>
                      <a:pt x="309" y="180"/>
                      <a:pt x="2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0" name="Google Shape;8860;p72"/>
              <p:cNvSpPr/>
              <p:nvPr/>
            </p:nvSpPr>
            <p:spPr>
              <a:xfrm>
                <a:off x="5676943" y="3975641"/>
                <a:ext cx="195161" cy="206166"/>
              </a:xfrm>
              <a:custGeom>
                <a:avLst/>
                <a:gdLst/>
                <a:ahLst/>
                <a:cxnLst/>
                <a:rect l="l" t="t" r="r" b="b"/>
                <a:pathLst>
                  <a:path w="798" h="84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7" y="30"/>
                      <a:pt x="21" y="59"/>
                      <a:pt x="30" y="87"/>
                    </a:cubicBezTo>
                    <a:cubicBezTo>
                      <a:pt x="123" y="318"/>
                      <a:pt x="216" y="505"/>
                      <a:pt x="309" y="656"/>
                    </a:cubicBezTo>
                    <a:lnTo>
                      <a:pt x="754" y="843"/>
                    </a:lnTo>
                    <a:lnTo>
                      <a:pt x="797" y="843"/>
                    </a:lnTo>
                    <a:lnTo>
                      <a:pt x="561" y="24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1" name="Google Shape;8861;p72"/>
              <p:cNvSpPr/>
              <p:nvPr/>
            </p:nvSpPr>
            <p:spPr>
              <a:xfrm>
                <a:off x="5752512" y="4136073"/>
                <a:ext cx="109075" cy="45733"/>
              </a:xfrm>
              <a:custGeom>
                <a:avLst/>
                <a:gdLst/>
                <a:ahLst/>
                <a:cxnLst/>
                <a:rect l="l" t="t" r="r" b="b"/>
                <a:pathLst>
                  <a:path w="446" h="1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0" y="71"/>
                      <a:pt x="93" y="137"/>
                      <a:pt x="143" y="187"/>
                    </a:cubicBezTo>
                    <a:lnTo>
                      <a:pt x="445" y="1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2" name="Google Shape;8862;p72"/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3" name="Google Shape;8863;p72"/>
              <p:cNvSpPr/>
              <p:nvPr/>
            </p:nvSpPr>
            <p:spPr>
              <a:xfrm>
                <a:off x="5877237" y="4065639"/>
                <a:ext cx="60162" cy="116167"/>
              </a:xfrm>
              <a:custGeom>
                <a:avLst/>
                <a:gdLst/>
                <a:ahLst/>
                <a:cxnLst/>
                <a:rect l="l" t="t" r="r" b="b"/>
                <a:pathLst>
                  <a:path w="246" h="475" extrusionOk="0">
                    <a:moveTo>
                      <a:pt x="209" y="0"/>
                    </a:moveTo>
                    <a:lnTo>
                      <a:pt x="173" y="80"/>
                    </a:lnTo>
                    <a:lnTo>
                      <a:pt x="116" y="216"/>
                    </a:lnTo>
                    <a:lnTo>
                      <a:pt x="1" y="475"/>
                    </a:lnTo>
                    <a:lnTo>
                      <a:pt x="216" y="475"/>
                    </a:lnTo>
                    <a:cubicBezTo>
                      <a:pt x="216" y="468"/>
                      <a:pt x="223" y="461"/>
                      <a:pt x="223" y="461"/>
                    </a:cubicBezTo>
                    <a:cubicBezTo>
                      <a:pt x="237" y="375"/>
                      <a:pt x="246" y="266"/>
                      <a:pt x="223" y="137"/>
                    </a:cubicBezTo>
                    <a:cubicBezTo>
                      <a:pt x="223" y="93"/>
                      <a:pt x="216" y="5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4" name="Google Shape;8864;p72"/>
              <p:cNvSpPr/>
              <p:nvPr/>
            </p:nvSpPr>
            <p:spPr>
              <a:xfrm>
                <a:off x="5813896" y="3896893"/>
                <a:ext cx="114700" cy="28491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1165" extrusionOk="0">
                    <a:moveTo>
                      <a:pt x="246" y="0"/>
                    </a:moveTo>
                    <a:lnTo>
                      <a:pt x="246" y="7"/>
                    </a:lnTo>
                    <a:lnTo>
                      <a:pt x="1" y="568"/>
                    </a:lnTo>
                    <a:lnTo>
                      <a:pt x="237" y="1165"/>
                    </a:lnTo>
                    <a:lnTo>
                      <a:pt x="260" y="1165"/>
                    </a:lnTo>
                    <a:lnTo>
                      <a:pt x="375" y="906"/>
                    </a:lnTo>
                    <a:lnTo>
                      <a:pt x="432" y="770"/>
                    </a:lnTo>
                    <a:lnTo>
                      <a:pt x="468" y="690"/>
                    </a:lnTo>
                    <a:cubicBezTo>
                      <a:pt x="432" y="518"/>
                      <a:pt x="375" y="316"/>
                      <a:pt x="280" y="86"/>
                    </a:cubicBezTo>
                    <a:cubicBezTo>
                      <a:pt x="267" y="57"/>
                      <a:pt x="260" y="30"/>
                      <a:pt x="2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5" name="Google Shape;8865;p72"/>
              <p:cNvSpPr/>
              <p:nvPr/>
            </p:nvSpPr>
            <p:spPr>
              <a:xfrm>
                <a:off x="6063837" y="4095476"/>
                <a:ext cx="45733" cy="86331"/>
              </a:xfrm>
              <a:custGeom>
                <a:avLst/>
                <a:gdLst/>
                <a:ahLst/>
                <a:cxnLst/>
                <a:rect l="l" t="t" r="r" b="b"/>
                <a:pathLst>
                  <a:path w="187" h="353" extrusionOk="0">
                    <a:moveTo>
                      <a:pt x="35" y="1"/>
                    </a:moveTo>
                    <a:lnTo>
                      <a:pt x="28" y="8"/>
                    </a:lnTo>
                    <a:cubicBezTo>
                      <a:pt x="0" y="144"/>
                      <a:pt x="0" y="266"/>
                      <a:pt x="14" y="353"/>
                    </a:cubicBezTo>
                    <a:lnTo>
                      <a:pt x="187" y="353"/>
                    </a:lnTo>
                    <a:lnTo>
                      <a:pt x="107" y="173"/>
                    </a:lnTo>
                    <a:lnTo>
                      <a:pt x="107" y="16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6" name="Google Shape;8866;p72"/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7" name="Google Shape;8867;p72"/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3" extrusionOk="0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8" name="Google Shape;8868;p72"/>
              <p:cNvSpPr/>
              <p:nvPr/>
            </p:nvSpPr>
            <p:spPr>
              <a:xfrm>
                <a:off x="6116417" y="3831840"/>
                <a:ext cx="103694" cy="234046"/>
              </a:xfrm>
              <a:custGeom>
                <a:avLst/>
                <a:gdLst/>
                <a:ahLst/>
                <a:cxnLst/>
                <a:rect l="l" t="t" r="r" b="b"/>
                <a:pathLst>
                  <a:path w="424" h="957" extrusionOk="0">
                    <a:moveTo>
                      <a:pt x="237" y="1"/>
                    </a:moveTo>
                    <a:cubicBezTo>
                      <a:pt x="173" y="123"/>
                      <a:pt x="101" y="252"/>
                      <a:pt x="44" y="382"/>
                    </a:cubicBezTo>
                    <a:cubicBezTo>
                      <a:pt x="29" y="416"/>
                      <a:pt x="15" y="446"/>
                      <a:pt x="1" y="482"/>
                    </a:cubicBezTo>
                    <a:lnTo>
                      <a:pt x="35" y="554"/>
                    </a:lnTo>
                    <a:lnTo>
                      <a:pt x="208" y="956"/>
                    </a:lnTo>
                    <a:lnTo>
                      <a:pt x="424" y="432"/>
                    </a:lnTo>
                    <a:lnTo>
                      <a:pt x="2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9" name="Google Shape;8869;p72"/>
              <p:cNvSpPr/>
              <p:nvPr/>
            </p:nvSpPr>
            <p:spPr>
              <a:xfrm>
                <a:off x="6174378" y="3733037"/>
                <a:ext cx="96847" cy="204454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36" extrusionOk="0">
                    <a:moveTo>
                      <a:pt x="266" y="1"/>
                    </a:moveTo>
                    <a:cubicBezTo>
                      <a:pt x="180" y="110"/>
                      <a:pt x="86" y="253"/>
                      <a:pt x="0" y="405"/>
                    </a:cubicBezTo>
                    <a:lnTo>
                      <a:pt x="187" y="836"/>
                    </a:lnTo>
                    <a:lnTo>
                      <a:pt x="187" y="829"/>
                    </a:lnTo>
                    <a:lnTo>
                      <a:pt x="395" y="303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0" name="Google Shape;8870;p72"/>
              <p:cNvSpPr/>
              <p:nvPr/>
            </p:nvSpPr>
            <p:spPr>
              <a:xfrm>
                <a:off x="6239186" y="3675810"/>
                <a:ext cx="83151" cy="131330"/>
              </a:xfrm>
              <a:custGeom>
                <a:avLst/>
                <a:gdLst/>
                <a:ahLst/>
                <a:cxnLst/>
                <a:rect l="l" t="t" r="r" b="b"/>
                <a:pathLst>
                  <a:path w="340" h="537" extrusionOk="0">
                    <a:moveTo>
                      <a:pt x="308" y="0"/>
                    </a:moveTo>
                    <a:cubicBezTo>
                      <a:pt x="230" y="0"/>
                      <a:pt x="121" y="91"/>
                      <a:pt x="1" y="235"/>
                    </a:cubicBezTo>
                    <a:lnTo>
                      <a:pt x="130" y="537"/>
                    </a:lnTo>
                    <a:lnTo>
                      <a:pt x="339" y="5"/>
                    </a:lnTo>
                    <a:cubicBezTo>
                      <a:pt x="329" y="2"/>
                      <a:pt x="319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1" name="Google Shape;8871;p72"/>
              <p:cNvSpPr/>
              <p:nvPr/>
            </p:nvSpPr>
            <p:spPr>
              <a:xfrm>
                <a:off x="6270979" y="3677033"/>
                <a:ext cx="77771" cy="130107"/>
              </a:xfrm>
              <a:custGeom>
                <a:avLst/>
                <a:gdLst/>
                <a:ahLst/>
                <a:cxnLst/>
                <a:rect l="l" t="t" r="r" b="b"/>
                <a:pathLst>
                  <a:path w="318" h="532" extrusionOk="0">
                    <a:moveTo>
                      <a:pt x="209" y="0"/>
                    </a:moveTo>
                    <a:lnTo>
                      <a:pt x="0" y="532"/>
                    </a:lnTo>
                    <a:lnTo>
                      <a:pt x="302" y="402"/>
                    </a:lnTo>
                    <a:cubicBezTo>
                      <a:pt x="318" y="187"/>
                      <a:pt x="295" y="37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2" name="Google Shape;8872;p72"/>
              <p:cNvSpPr/>
              <p:nvPr/>
            </p:nvSpPr>
            <p:spPr>
              <a:xfrm>
                <a:off x="6219866" y="3775346"/>
                <a:ext cx="125216" cy="160433"/>
              </a:xfrm>
              <a:custGeom>
                <a:avLst/>
                <a:gdLst/>
                <a:ahLst/>
                <a:cxnLst/>
                <a:rect l="l" t="t" r="r" b="b"/>
                <a:pathLst>
                  <a:path w="512" h="656" extrusionOk="0">
                    <a:moveTo>
                      <a:pt x="511" y="0"/>
                    </a:moveTo>
                    <a:lnTo>
                      <a:pt x="209" y="130"/>
                    </a:lnTo>
                    <a:lnTo>
                      <a:pt x="1" y="656"/>
                    </a:lnTo>
                    <a:lnTo>
                      <a:pt x="425" y="475"/>
                    </a:lnTo>
                    <a:cubicBezTo>
                      <a:pt x="468" y="302"/>
                      <a:pt x="497" y="138"/>
                      <a:pt x="5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3" name="Google Shape;8873;p72"/>
              <p:cNvSpPr/>
              <p:nvPr/>
            </p:nvSpPr>
            <p:spPr>
              <a:xfrm>
                <a:off x="6167041" y="3891268"/>
                <a:ext cx="156765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641" h="714" extrusionOk="0">
                    <a:moveTo>
                      <a:pt x="641" y="1"/>
                    </a:moveTo>
                    <a:lnTo>
                      <a:pt x="217" y="182"/>
                    </a:lnTo>
                    <a:lnTo>
                      <a:pt x="217" y="189"/>
                    </a:lnTo>
                    <a:lnTo>
                      <a:pt x="1" y="713"/>
                    </a:lnTo>
                    <a:lnTo>
                      <a:pt x="484" y="511"/>
                    </a:lnTo>
                    <a:cubicBezTo>
                      <a:pt x="548" y="339"/>
                      <a:pt x="598" y="166"/>
                      <a:pt x="6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4" name="Google Shape;8874;p72"/>
              <p:cNvSpPr/>
              <p:nvPr/>
            </p:nvSpPr>
            <p:spPr>
              <a:xfrm>
                <a:off x="6121553" y="4016238"/>
                <a:ext cx="163857" cy="165569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7" extrusionOk="0">
                    <a:moveTo>
                      <a:pt x="670" y="0"/>
                    </a:moveTo>
                    <a:lnTo>
                      <a:pt x="187" y="202"/>
                    </a:lnTo>
                    <a:lnTo>
                      <a:pt x="1" y="677"/>
                    </a:lnTo>
                    <a:lnTo>
                      <a:pt x="116" y="677"/>
                    </a:lnTo>
                    <a:lnTo>
                      <a:pt x="403" y="554"/>
                    </a:lnTo>
                    <a:cubicBezTo>
                      <a:pt x="482" y="432"/>
                      <a:pt x="561" y="266"/>
                      <a:pt x="641" y="73"/>
                    </a:cubicBezTo>
                    <a:cubicBezTo>
                      <a:pt x="648" y="50"/>
                      <a:pt x="661" y="23"/>
                      <a:pt x="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5" name="Google Shape;8875;p72"/>
              <p:cNvSpPr/>
              <p:nvPr/>
            </p:nvSpPr>
            <p:spPr>
              <a:xfrm>
                <a:off x="6149922" y="4151725"/>
                <a:ext cx="70189" cy="30081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23" extrusionOk="0">
                    <a:moveTo>
                      <a:pt x="287" y="0"/>
                    </a:moveTo>
                    <a:lnTo>
                      <a:pt x="0" y="123"/>
                    </a:lnTo>
                    <a:lnTo>
                      <a:pt x="200" y="123"/>
                    </a:lnTo>
                    <a:cubicBezTo>
                      <a:pt x="230" y="86"/>
                      <a:pt x="259" y="43"/>
                      <a:pt x="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6" name="Google Shape;8876;p72"/>
              <p:cNvSpPr/>
              <p:nvPr/>
            </p:nvSpPr>
            <p:spPr>
              <a:xfrm>
                <a:off x="6070440" y="4091807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7" name="Google Shape;8877;p72"/>
              <p:cNvSpPr/>
              <p:nvPr/>
            </p:nvSpPr>
            <p:spPr>
              <a:xfrm>
                <a:off x="6070440" y="3949473"/>
                <a:ext cx="96847" cy="232334"/>
              </a:xfrm>
              <a:custGeom>
                <a:avLst/>
                <a:gdLst/>
                <a:ahLst/>
                <a:cxnLst/>
                <a:rect l="l" t="t" r="r" b="b"/>
                <a:pathLst>
                  <a:path w="396" h="950" extrusionOk="0">
                    <a:moveTo>
                      <a:pt x="189" y="1"/>
                    </a:moveTo>
                    <a:cubicBezTo>
                      <a:pt x="180" y="22"/>
                      <a:pt x="173" y="51"/>
                      <a:pt x="160" y="73"/>
                    </a:cubicBezTo>
                    <a:cubicBezTo>
                      <a:pt x="80" y="267"/>
                      <a:pt x="30" y="439"/>
                      <a:pt x="1" y="582"/>
                    </a:cubicBezTo>
                    <a:lnTo>
                      <a:pt x="8" y="598"/>
                    </a:lnTo>
                    <a:lnTo>
                      <a:pt x="80" y="763"/>
                    </a:lnTo>
                    <a:lnTo>
                      <a:pt x="80" y="770"/>
                    </a:lnTo>
                    <a:lnTo>
                      <a:pt x="160" y="950"/>
                    </a:lnTo>
                    <a:lnTo>
                      <a:pt x="210" y="950"/>
                    </a:lnTo>
                    <a:lnTo>
                      <a:pt x="396" y="475"/>
                    </a:lnTo>
                    <a:lnTo>
                      <a:pt x="223" y="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8" name="Google Shape;8878;p72"/>
              <p:cNvSpPr/>
              <p:nvPr/>
            </p:nvSpPr>
            <p:spPr>
              <a:xfrm>
                <a:off x="6323560" y="3891268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9" name="Google Shape;8879;p72"/>
              <p:cNvSpPr/>
              <p:nvPr/>
            </p:nvSpPr>
            <p:spPr>
              <a:xfrm>
                <a:off x="5812429" y="4575303"/>
                <a:ext cx="167281" cy="14453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91" extrusionOk="0">
                    <a:moveTo>
                      <a:pt x="0" y="0"/>
                    </a:moveTo>
                    <a:lnTo>
                      <a:pt x="0" y="86"/>
                    </a:lnTo>
                    <a:lnTo>
                      <a:pt x="71" y="590"/>
                    </a:lnTo>
                    <a:lnTo>
                      <a:pt x="683" y="590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0" name="Google Shape;8880;p72"/>
              <p:cNvSpPr/>
              <p:nvPr/>
            </p:nvSpPr>
            <p:spPr>
              <a:xfrm>
                <a:off x="6021528" y="4575303"/>
                <a:ext cx="167036" cy="144536"/>
              </a:xfrm>
              <a:custGeom>
                <a:avLst/>
                <a:gdLst/>
                <a:ahLst/>
                <a:cxnLst/>
                <a:rect l="l" t="t" r="r" b="b"/>
                <a:pathLst>
                  <a:path w="683" h="591" extrusionOk="0">
                    <a:moveTo>
                      <a:pt x="1" y="0"/>
                    </a:moveTo>
                    <a:lnTo>
                      <a:pt x="1" y="590"/>
                    </a:lnTo>
                    <a:lnTo>
                      <a:pt x="611" y="590"/>
                    </a:lnTo>
                    <a:lnTo>
                      <a:pt x="682" y="86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1" name="Google Shape;8881;p72"/>
              <p:cNvSpPr/>
              <p:nvPr/>
            </p:nvSpPr>
            <p:spPr>
              <a:xfrm>
                <a:off x="5755691" y="4181561"/>
                <a:ext cx="489370" cy="355594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1454" extrusionOk="0">
                    <a:moveTo>
                      <a:pt x="1" y="1"/>
                    </a:moveTo>
                    <a:lnTo>
                      <a:pt x="160" y="1165"/>
                    </a:lnTo>
                    <a:lnTo>
                      <a:pt x="232" y="1165"/>
                    </a:lnTo>
                    <a:lnTo>
                      <a:pt x="232" y="1453"/>
                    </a:lnTo>
                    <a:lnTo>
                      <a:pt x="915" y="1453"/>
                    </a:lnTo>
                    <a:lnTo>
                      <a:pt x="915" y="1165"/>
                    </a:lnTo>
                    <a:lnTo>
                      <a:pt x="1088" y="1165"/>
                    </a:lnTo>
                    <a:lnTo>
                      <a:pt x="1088" y="1453"/>
                    </a:lnTo>
                    <a:lnTo>
                      <a:pt x="1769" y="1453"/>
                    </a:lnTo>
                    <a:lnTo>
                      <a:pt x="1769" y="1165"/>
                    </a:lnTo>
                    <a:lnTo>
                      <a:pt x="1842" y="1165"/>
                    </a:lnTo>
                    <a:lnTo>
                      <a:pt x="20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2" name="Google Shape;8882;p72"/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3" name="Google Shape;8883;p72"/>
              <p:cNvSpPr/>
              <p:nvPr/>
            </p:nvSpPr>
            <p:spPr>
              <a:xfrm>
                <a:off x="6188318" y="4466474"/>
                <a:ext cx="42309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583" extrusionOk="0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4" name="Google Shape;8884;p72"/>
              <p:cNvSpPr/>
              <p:nvPr/>
            </p:nvSpPr>
            <p:spPr>
              <a:xfrm>
                <a:off x="5812429" y="4719594"/>
                <a:ext cx="167281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59" extrusionOk="0">
                    <a:moveTo>
                      <a:pt x="0" y="0"/>
                    </a:moveTo>
                    <a:lnTo>
                      <a:pt x="0" y="159"/>
                    </a:lnTo>
                    <a:lnTo>
                      <a:pt x="683" y="159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5" name="Google Shape;8885;p72"/>
              <p:cNvSpPr/>
              <p:nvPr/>
            </p:nvSpPr>
            <p:spPr>
              <a:xfrm>
                <a:off x="6021528" y="4719594"/>
                <a:ext cx="167036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59" extrusionOk="0">
                    <a:moveTo>
                      <a:pt x="1" y="0"/>
                    </a:moveTo>
                    <a:lnTo>
                      <a:pt x="1" y="159"/>
                    </a:lnTo>
                    <a:lnTo>
                      <a:pt x="682" y="159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6" name="Google Shape;8886;p72"/>
              <p:cNvSpPr/>
              <p:nvPr/>
            </p:nvSpPr>
            <p:spPr>
              <a:xfrm>
                <a:off x="5812429" y="4536907"/>
                <a:ext cx="167281" cy="38641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683" y="157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7" name="Google Shape;8887;p72"/>
              <p:cNvSpPr/>
              <p:nvPr/>
            </p:nvSpPr>
            <p:spPr>
              <a:xfrm>
                <a:off x="6021528" y="4536907"/>
                <a:ext cx="167036" cy="3864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682" y="157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8" name="Google Shape;8888;p72"/>
              <p:cNvSpPr/>
              <p:nvPr/>
            </p:nvSpPr>
            <p:spPr>
              <a:xfrm>
                <a:off x="5979464" y="4466474"/>
                <a:ext cx="42309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583" extrusionOk="0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9" name="Google Shape;8889;p72"/>
              <p:cNvSpPr/>
              <p:nvPr/>
            </p:nvSpPr>
            <p:spPr>
              <a:xfrm>
                <a:off x="8633429" y="1871688"/>
                <a:ext cx="230622" cy="432631"/>
              </a:xfrm>
              <a:custGeom>
                <a:avLst/>
                <a:gdLst/>
                <a:ahLst/>
                <a:cxnLst/>
                <a:rect l="l" t="t" r="r" b="b"/>
                <a:pathLst>
                  <a:path w="943" h="1769" extrusionOk="0">
                    <a:moveTo>
                      <a:pt x="60" y="1"/>
                    </a:moveTo>
                    <a:cubicBezTo>
                      <a:pt x="37" y="1"/>
                      <a:pt x="16" y="1"/>
                      <a:pt x="1" y="8"/>
                    </a:cubicBezTo>
                    <a:cubicBezTo>
                      <a:pt x="455" y="37"/>
                      <a:pt x="820" y="418"/>
                      <a:pt x="820" y="884"/>
                    </a:cubicBezTo>
                    <a:cubicBezTo>
                      <a:pt x="820" y="1351"/>
                      <a:pt x="455" y="1733"/>
                      <a:pt x="1" y="1762"/>
                    </a:cubicBezTo>
                    <a:cubicBezTo>
                      <a:pt x="16" y="1769"/>
                      <a:pt x="37" y="1769"/>
                      <a:pt x="60" y="1769"/>
                    </a:cubicBezTo>
                    <a:cubicBezTo>
                      <a:pt x="548" y="1769"/>
                      <a:pt x="943" y="1374"/>
                      <a:pt x="943" y="884"/>
                    </a:cubicBezTo>
                    <a:cubicBezTo>
                      <a:pt x="943" y="396"/>
                      <a:pt x="548" y="1"/>
                      <a:pt x="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0" name="Google Shape;8890;p72"/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8" h="8" extrusionOk="0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1" name="Google Shape;8891;p72"/>
              <p:cNvSpPr/>
              <p:nvPr/>
            </p:nvSpPr>
            <p:spPr>
              <a:xfrm>
                <a:off x="8401586" y="1871688"/>
                <a:ext cx="432631" cy="4326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769" extrusionOk="0">
                    <a:moveTo>
                      <a:pt x="885" y="144"/>
                    </a:moveTo>
                    <a:cubicBezTo>
                      <a:pt x="1294" y="144"/>
                      <a:pt x="1625" y="475"/>
                      <a:pt x="1625" y="884"/>
                    </a:cubicBezTo>
                    <a:cubicBezTo>
                      <a:pt x="1625" y="1295"/>
                      <a:pt x="1294" y="1626"/>
                      <a:pt x="885" y="1626"/>
                    </a:cubicBezTo>
                    <a:cubicBezTo>
                      <a:pt x="475" y="1626"/>
                      <a:pt x="145" y="1295"/>
                      <a:pt x="145" y="884"/>
                    </a:cubicBezTo>
                    <a:cubicBezTo>
                      <a:pt x="145" y="475"/>
                      <a:pt x="475" y="144"/>
                      <a:pt x="885" y="144"/>
                    </a:cubicBezTo>
                    <a:close/>
                    <a:moveTo>
                      <a:pt x="885" y="1"/>
                    </a:moveTo>
                    <a:cubicBezTo>
                      <a:pt x="395" y="1"/>
                      <a:pt x="0" y="396"/>
                      <a:pt x="0" y="884"/>
                    </a:cubicBezTo>
                    <a:cubicBezTo>
                      <a:pt x="0" y="1374"/>
                      <a:pt x="395" y="1769"/>
                      <a:pt x="885" y="1769"/>
                    </a:cubicBezTo>
                    <a:cubicBezTo>
                      <a:pt x="906" y="1769"/>
                      <a:pt x="928" y="1769"/>
                      <a:pt x="949" y="1762"/>
                    </a:cubicBezTo>
                    <a:cubicBezTo>
                      <a:pt x="1403" y="1733"/>
                      <a:pt x="1768" y="1351"/>
                      <a:pt x="1768" y="884"/>
                    </a:cubicBezTo>
                    <a:cubicBezTo>
                      <a:pt x="1768" y="418"/>
                      <a:pt x="1403" y="37"/>
                      <a:pt x="949" y="8"/>
                    </a:cubicBezTo>
                    <a:cubicBezTo>
                      <a:pt x="928" y="1"/>
                      <a:pt x="906" y="1"/>
                      <a:pt x="8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2" name="Google Shape;8892;p72"/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8" h="8" extrusionOk="0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3" name="Google Shape;8893;p72"/>
              <p:cNvSpPr/>
              <p:nvPr/>
            </p:nvSpPr>
            <p:spPr>
              <a:xfrm>
                <a:off x="8437047" y="1906660"/>
                <a:ext cx="362197" cy="362686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1483" extrusionOk="0">
                    <a:moveTo>
                      <a:pt x="740" y="1"/>
                    </a:moveTo>
                    <a:cubicBezTo>
                      <a:pt x="330" y="1"/>
                      <a:pt x="0" y="332"/>
                      <a:pt x="0" y="741"/>
                    </a:cubicBezTo>
                    <a:cubicBezTo>
                      <a:pt x="0" y="1152"/>
                      <a:pt x="330" y="1483"/>
                      <a:pt x="740" y="1483"/>
                    </a:cubicBezTo>
                    <a:cubicBezTo>
                      <a:pt x="1149" y="1483"/>
                      <a:pt x="1480" y="1152"/>
                      <a:pt x="1480" y="741"/>
                    </a:cubicBezTo>
                    <a:cubicBezTo>
                      <a:pt x="1480" y="332"/>
                      <a:pt x="1149" y="1"/>
                      <a:pt x="7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4" name="Google Shape;8894;p72"/>
              <p:cNvSpPr/>
              <p:nvPr/>
            </p:nvSpPr>
            <p:spPr>
              <a:xfrm>
                <a:off x="8531937" y="1948969"/>
                <a:ext cx="100271" cy="15334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627" extrusionOk="0">
                    <a:moveTo>
                      <a:pt x="352" y="0"/>
                    </a:moveTo>
                    <a:cubicBezTo>
                      <a:pt x="337" y="0"/>
                      <a:pt x="323" y="16"/>
                      <a:pt x="323" y="30"/>
                    </a:cubicBezTo>
                    <a:lnTo>
                      <a:pt x="323" y="525"/>
                    </a:lnTo>
                    <a:lnTo>
                      <a:pt x="316" y="525"/>
                    </a:lnTo>
                    <a:lnTo>
                      <a:pt x="50" y="368"/>
                    </a:lnTo>
                    <a:cubicBezTo>
                      <a:pt x="43" y="368"/>
                      <a:pt x="35" y="361"/>
                      <a:pt x="35" y="361"/>
                    </a:cubicBezTo>
                    <a:cubicBezTo>
                      <a:pt x="21" y="361"/>
                      <a:pt x="14" y="368"/>
                      <a:pt x="7" y="382"/>
                    </a:cubicBezTo>
                    <a:cubicBezTo>
                      <a:pt x="0" y="395"/>
                      <a:pt x="0" y="411"/>
                      <a:pt x="14" y="418"/>
                    </a:cubicBezTo>
                    <a:lnTo>
                      <a:pt x="293" y="583"/>
                    </a:lnTo>
                    <a:cubicBezTo>
                      <a:pt x="302" y="604"/>
                      <a:pt x="323" y="627"/>
                      <a:pt x="352" y="627"/>
                    </a:cubicBezTo>
                    <a:cubicBezTo>
                      <a:pt x="388" y="627"/>
                      <a:pt x="409" y="597"/>
                      <a:pt x="409" y="568"/>
                    </a:cubicBezTo>
                    <a:cubicBezTo>
                      <a:pt x="409" y="547"/>
                      <a:pt x="402" y="533"/>
                      <a:pt x="380" y="518"/>
                    </a:cubicBezTo>
                    <a:lnTo>
                      <a:pt x="380" y="30"/>
                    </a:lnTo>
                    <a:cubicBezTo>
                      <a:pt x="380" y="16"/>
                      <a:pt x="366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5" name="Google Shape;8895;p72"/>
              <p:cNvSpPr/>
              <p:nvPr/>
            </p:nvSpPr>
            <p:spPr>
              <a:xfrm>
                <a:off x="8160695" y="3060252"/>
                <a:ext cx="21277" cy="138912"/>
              </a:xfrm>
              <a:custGeom>
                <a:avLst/>
                <a:gdLst/>
                <a:ahLst/>
                <a:cxnLst/>
                <a:rect l="l" t="t" r="r" b="b"/>
                <a:pathLst>
                  <a:path w="87" h="568" fill="none" extrusionOk="0">
                    <a:moveTo>
                      <a:pt x="86" y="0"/>
                    </a:moveTo>
                    <a:lnTo>
                      <a:pt x="0" y="56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8896" name="Google Shape;8896;p72"/>
            <p:cNvSpPr/>
            <p:nvPr/>
          </p:nvSpPr>
          <p:spPr>
            <a:xfrm>
              <a:off x="5626640" y="19523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97" name="Google Shape;8897;p72"/>
            <p:cNvSpPr/>
            <p:nvPr/>
          </p:nvSpPr>
          <p:spPr>
            <a:xfrm>
              <a:off x="7553952" y="10402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898" name="Google Shape;8898;p72"/>
            <p:cNvGrpSpPr/>
            <p:nvPr/>
          </p:nvGrpSpPr>
          <p:grpSpPr>
            <a:xfrm>
              <a:off x="6045765" y="926023"/>
              <a:ext cx="114150" cy="114196"/>
              <a:chOff x="-685100" y="4136737"/>
              <a:chExt cx="38359" cy="38359"/>
            </a:xfrm>
          </p:grpSpPr>
          <p:sp>
            <p:nvSpPr>
              <p:cNvPr id="8899" name="Google Shape;8899;p7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00" name="Google Shape;8900;p7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8901" name="Google Shape;8901;p72"/>
            <p:cNvSpPr/>
            <p:nvPr/>
          </p:nvSpPr>
          <p:spPr>
            <a:xfrm>
              <a:off x="4805687" y="42224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02" name="Google Shape;8902;p72"/>
            <p:cNvSpPr/>
            <p:nvPr/>
          </p:nvSpPr>
          <p:spPr>
            <a:xfrm>
              <a:off x="4671872" y="35029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" name="Rectangle 2"/>
          <p:cNvSpPr/>
          <p:nvPr/>
        </p:nvSpPr>
        <p:spPr>
          <a:xfrm>
            <a:off x="721360" y="3273425"/>
            <a:ext cx="3574415" cy="1271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2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3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4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5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6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7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8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9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ags/tag10.xml><?xml version="1.0" encoding="utf-8"?>
<p:tagLst xmlns:p="http://schemas.openxmlformats.org/presentationml/2006/main">
  <p:tag name="KSO_WM_DIAGRAM_VIRTUALLY_FRAME" val="{&quot;height&quot;:165.08055118110238,&quot;left&quot;:56.691968503937005,&quot;top&quot;:132.8,&quot;width&quot;:601.858031496063}"/>
</p:tagLst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WPS Docs</Application>
  <PresentationFormat/>
  <Paragraphs>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Arial</vt:lpstr>
      <vt:lpstr>Albert Sans</vt:lpstr>
      <vt:lpstr>Nunito Light</vt:lpstr>
      <vt:lpstr>Thonburi</vt:lpstr>
      <vt:lpstr>DM Sans</vt:lpstr>
      <vt:lpstr>Microsoft YaHei</vt:lpstr>
      <vt:lpstr>汉仪旗黑</vt:lpstr>
      <vt:lpstr>Arial Unicode MS</vt:lpstr>
      <vt:lpstr>Albert Sans</vt:lpstr>
      <vt:lpstr>汉仪书宋二KW</vt:lpstr>
      <vt:lpstr>Digitization in the Classroom by Slidesgo</vt:lpstr>
      <vt:lpstr>Capsule Academic Material Sharing Platform</vt:lpstr>
      <vt:lpstr>Where did that lecture note go?</vt:lpstr>
      <vt:lpstr>One place for everything</vt:lpstr>
      <vt:lpstr>Roles</vt:lpstr>
      <vt:lpstr>Tech Stack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Capsule Academic Material Sharing Platform</dc:title>
  <dc:creator/>
  <cp:lastModifiedBy>Md Shoriful Islam Fahim 法希姆:)</cp:lastModifiedBy>
  <cp:revision>4</cp:revision>
  <dcterms:created xsi:type="dcterms:W3CDTF">2026-05-30T09:00:51Z</dcterms:created>
  <dcterms:modified xsi:type="dcterms:W3CDTF">2026-05-30T09:00:51Z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1033-12.1.25895.25895</vt:lpwstr>
  </property>
  <property fmtid="{D5CDD505-2E9C-101B-9397-08002B2CF9AE}" pid="3" name="ICV">
    <vt:lpwstr>9486E6365D2FFF50CD9A1A6A917A54D2_42</vt:lpwstr>
  </property>
</Properties>
</file>